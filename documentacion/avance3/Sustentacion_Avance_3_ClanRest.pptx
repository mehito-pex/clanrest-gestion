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dc822eb5974d5c" /><Relationship Type="http://schemas.openxmlformats.org/officeDocument/2006/relationships/extended-properties" Target="/docProps/app.xml" Id="R0b6fe7b032bb49a3" /><Relationship Type="http://schemas.openxmlformats.org/officeDocument/2006/relationships/officeDocument" Target="/ppt/presentation.xml" Id="Ra31341c4ce59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e0f66e396431b"/>
  </p:sldMasterIdLst>
  <p:notesMasterIdLst>
    <p:notesMasterId xmlns:r="http://schemas.openxmlformats.org/officeDocument/2006/relationships" r:id="Re7a7a7139fcd4e81"/>
  </p:notesMasterIdLst>
  <p:sldIdLst>
    <p:sldId xmlns:r="http://schemas.openxmlformats.org/officeDocument/2006/relationships" id="256" r:id="R78e702502e614ef5"/>
    <p:sldId xmlns:r="http://schemas.openxmlformats.org/officeDocument/2006/relationships" id="257" r:id="R6153117a1bab4261"/>
    <p:sldId xmlns:r="http://schemas.openxmlformats.org/officeDocument/2006/relationships" id="258" r:id="Rcb040e9b5e484ef1"/>
    <p:sldId xmlns:r="http://schemas.openxmlformats.org/officeDocument/2006/relationships" id="259" r:id="Rcc19f1aee57e445b"/>
    <p:sldId xmlns:r="http://schemas.openxmlformats.org/officeDocument/2006/relationships" id="260" r:id="Rf58928aecce44b3e"/>
    <p:sldId xmlns:r="http://schemas.openxmlformats.org/officeDocument/2006/relationships" id="261" r:id="R5f7741f303c64600"/>
    <p:sldId xmlns:r="http://schemas.openxmlformats.org/officeDocument/2006/relationships" id="262" r:id="Rea89b8b5af674bd1"/>
    <p:sldId xmlns:r="http://schemas.openxmlformats.org/officeDocument/2006/relationships" id="263" r:id="R98bb77b5fbac4772"/>
    <p:sldId xmlns:r="http://schemas.openxmlformats.org/officeDocument/2006/relationships" id="264" r:id="Reb7688ee63c8479e"/>
    <p:sldId xmlns:r="http://schemas.openxmlformats.org/officeDocument/2006/relationships" id="265" r:id="R1173adadf8ec45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d5d5c22ab44485" /><Relationship Type="http://schemas.openxmlformats.org/officeDocument/2006/relationships/slideMaster" Target="/ppt/slideMasters/slideMaster1.xml" Id="Re0ee0f66e396431b" /><Relationship Type="http://schemas.openxmlformats.org/officeDocument/2006/relationships/notesMaster" Target="/ppt/notesMasters/notesMaster1.xml" Id="Re7a7a7139fcd4e81" /><Relationship Type="http://schemas.openxmlformats.org/officeDocument/2006/relationships/presProps" Target="/ppt/presProps.xml" Id="R474bf3accb4942a6" /><Relationship Type="http://schemas.openxmlformats.org/officeDocument/2006/relationships/tableStyles" Target="/ppt/tableStyles.xml" Id="Rcf0c28e3203341ef" /><Relationship Type="http://schemas.openxmlformats.org/officeDocument/2006/relationships/slide" Target="/ppt/slides/slide1.xml" Id="R78e702502e614ef5" /><Relationship Type="http://schemas.openxmlformats.org/officeDocument/2006/relationships/slide" Target="/ppt/slides/slide2.xml" Id="R6153117a1bab4261" /><Relationship Type="http://schemas.openxmlformats.org/officeDocument/2006/relationships/slide" Target="/ppt/slides/slide3.xml" Id="Rcb040e9b5e484ef1" /><Relationship Type="http://schemas.openxmlformats.org/officeDocument/2006/relationships/slide" Target="/ppt/slides/slide4.xml" Id="Rcc19f1aee57e445b" /><Relationship Type="http://schemas.openxmlformats.org/officeDocument/2006/relationships/slide" Target="/ppt/slides/slide5.xml" Id="Rf58928aecce44b3e" /><Relationship Type="http://schemas.openxmlformats.org/officeDocument/2006/relationships/slide" Target="/ppt/slides/slide6.xml" Id="R5f7741f303c64600" /><Relationship Type="http://schemas.openxmlformats.org/officeDocument/2006/relationships/slide" Target="/ppt/slides/slide7.xml" Id="Rea89b8b5af674bd1" /><Relationship Type="http://schemas.openxmlformats.org/officeDocument/2006/relationships/slide" Target="/ppt/slides/slide8.xml" Id="R98bb77b5fbac4772" /><Relationship Type="http://schemas.openxmlformats.org/officeDocument/2006/relationships/slide" Target="/ppt/slides/slide9.xml" Id="Reb7688ee63c8479e" /><Relationship Type="http://schemas.openxmlformats.org/officeDocument/2006/relationships/slide" Target="/ppt/slides/slide10.xml" Id="R1173adadf8ec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16b16401de4e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187b08bb947dc" /><Relationship Type="http://schemas.openxmlformats.org/officeDocument/2006/relationships/notesMaster" Target="/ppt/notesMasters/notesMaster1.xml" Id="R92a2a6ece4e149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fa52c10c4b49af" /><Relationship Type="http://schemas.openxmlformats.org/officeDocument/2006/relationships/notesMaster" Target="/ppt/notesMasters/notesMaster1.xml" Id="Rb0b117bbeff045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2b51dcaab9498e" /><Relationship Type="http://schemas.openxmlformats.org/officeDocument/2006/relationships/notesMaster" Target="/ppt/notesMasters/notesMaster1.xml" Id="R0ec8885ca9bf47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f8490a80934097" /><Relationship Type="http://schemas.openxmlformats.org/officeDocument/2006/relationships/notesMaster" Target="/ppt/notesMasters/notesMaster1.xml" Id="R3237c582b38e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fc8fc08e5445fb" /><Relationship Type="http://schemas.openxmlformats.org/officeDocument/2006/relationships/notesMaster" Target="/ppt/notesMasters/notesMaster1.xml" Id="R6b876c237ee74d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7aea0f3f4049ed" /><Relationship Type="http://schemas.openxmlformats.org/officeDocument/2006/relationships/notesMaster" Target="/ppt/notesMasters/notesMaster1.xml" Id="Rc21160acbe67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31d6c4164e44d5" /><Relationship Type="http://schemas.openxmlformats.org/officeDocument/2006/relationships/notesMaster" Target="/ppt/notesMasters/notesMaster1.xml" Id="R6d488a8d209042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64ed0213924afb" /><Relationship Type="http://schemas.openxmlformats.org/officeDocument/2006/relationships/notesMaster" Target="/ppt/notesMasters/notesMaster1.xml" Id="Rc475e09bd18e42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e081d6d6414b6a" /><Relationship Type="http://schemas.openxmlformats.org/officeDocument/2006/relationships/notesMaster" Target="/ppt/notesMasters/notesMaster1.xml" Id="R6010f352b2e345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b09a0f276d4b83" /><Relationship Type="http://schemas.openxmlformats.org/officeDocument/2006/relationships/notesMaster" Target="/ppt/notesMasters/notesMaster1.xml" Id="R9e05f07f9c1a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y el objetivo del Avance 3.</a:t>
            </a:r>
          </a:p>
          <a:p xmlns:a="http://schemas.openxmlformats.org/drawingml/2006/main">
            <a:r>
              <a:t>Indicar que la exposición reúne diseño, implementación y evidencias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problema operativo en una frase.</a:t>
            </a:r>
          </a:p>
          <a:p xmlns:a="http://schemas.openxmlformats.org/drawingml/2006/main">
            <a:r>
              <a:t>Recorrer los módulos y aclarar que todos están disponibles en la interfaz.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las capas de izquierda a derecha.</a:t>
            </a:r>
          </a:p>
          <a:p xmlns:a="http://schemas.openxmlformats.org/drawingml/2006/main">
            <a:r>
              <a:t>Relacionar MVC con la separación de responsabilidades, DAO con los repositorios y SOLID con la inyección de dependencias.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cobertura por grupos y no pantalla por pantalla.</a:t>
            </a:r>
          </a:p>
          <a:p xmlns:a="http://schemas.openxmlformats.org/drawingml/2006/main">
            <a:r>
              <a:t>Destacar que los tres roles ven opciones diferentes según sus responsabilidades.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flujo como guía para la demostración en vivo.</a:t>
            </a:r>
          </a:p>
          <a:p xmlns:a="http://schemas.openxmlformats.org/drawingml/2006/main">
            <a:r>
              <a:t>Aclarar que una cotización aprobada genera un evento y que los pagos actualizan el saldo.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uso real de cada biblioteca.</a:t>
            </a:r>
          </a:p>
          <a:p xmlns:a="http://schemas.openxmlformats.org/drawingml/2006/main">
            <a:r>
              <a:t>Abrir pom.xml y ExcelReportService.java si el docente solicita ver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botón Exportar eventos Excel.</a:t>
            </a:r>
          </a:p>
          <a:p xmlns:a="http://schemas.openxmlformats.org/drawingml/2006/main">
            <a:r>
              <a:t>Descargar el archivo en vivo y abrirlo para evidenciar encabezados, datos y formato.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ciclo RED y GREEN con las evidencias guardadas.</a:t>
            </a:r>
          </a:p>
          <a:p xmlns:a="http://schemas.openxmlformats.org/drawingml/2006/main">
            <a:r>
              <a:t>Mencionar 20 pruebas correctas y 82.8 por ciento de cobertura de instrucciones.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los tres roles con los permisos mostrados en el menú.</a:t>
            </a:r>
          </a:p>
          <a:p xmlns:a="http://schemas.openxmlformats.org/drawingml/2006/main">
            <a:r>
              <a:t>Abrir GitHub para mostrar el historial y los entregables del Avance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Realizar la demostración en el orden indicado.</a:t>
            </a:r>
          </a:p>
          <a:p xmlns:a="http://schemas.openxmlformats.org/drawingml/2006/main">
            <a:r>
              <a:t>Cerrar con los entregables verificables y responder mostrando el código cuando sea necesario.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c97f734a34b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2bc06f01947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5e541abdb44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d6c2778904e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102d33dad4d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1f7a6451544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2EE444-6486-4A44-B641-ACEB685A5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FD2D3F-C955-4881-89D1-EAD478DB75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4C2C63-3BEE-4C6A-BE30-85E021ED4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3814E-3E48-4372-AE64-26CDC7B64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7F83DF-1EBF-41BD-A4C3-F1F8F723DD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4C5055-B718-4F1B-83A0-EB34C4E58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E51CB1-23E6-4B97-9B5F-0DC390B2A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733AA3-BBE6-475E-803D-6CDC30EE82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50DA0E-DDFD-464C-ABAF-248BFE22D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64B9A1-E4F2-4E11-811E-1BCB2FA4BE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6db1c103b04c8a" /><Relationship Type="http://schemas.openxmlformats.org/officeDocument/2006/relationships/slideLayout" Target="/ppt/slideLayouts/slideLayout1.xml" Id="Rf41bd1a0760e4ee4" /><Relationship Type="http://schemas.openxmlformats.org/officeDocument/2006/relationships/slideLayout" Target="/ppt/slideLayouts/slideLayout2.xml" Id="Rcc776728ccb44031" /><Relationship Type="http://schemas.openxmlformats.org/officeDocument/2006/relationships/slideLayout" Target="/ppt/slideLayouts/slideLayout3.xml" Id="R4354d48464ec415f" /><Relationship Type="http://schemas.openxmlformats.org/officeDocument/2006/relationships/slideLayout" Target="/ppt/slideLayouts/slideLayout4.xml" Id="Rd5e53cdfa62c4203" /><Relationship Type="http://schemas.openxmlformats.org/officeDocument/2006/relationships/slideLayout" Target="/ppt/slideLayouts/slideLayout5.xml" Id="Rfdc3a5c2275046fb" /><Relationship Type="http://schemas.openxmlformats.org/officeDocument/2006/relationships/slideLayout" Target="/ppt/slideLayouts/slideLayout6.xml" Id="R31cdded87aa0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bd1a0760e4ee4"/>
    <p:sldLayoutId xmlns:r="http://schemas.openxmlformats.org/officeDocument/2006/relationships" id="2147483650" r:id="Rcc776728ccb44031"/>
    <p:sldLayoutId xmlns:r="http://schemas.openxmlformats.org/officeDocument/2006/relationships" id="2147483651" r:id="R4354d48464ec415f"/>
    <p:sldLayoutId xmlns:r="http://schemas.openxmlformats.org/officeDocument/2006/relationships" id="2147483652" r:id="Rd5e53cdfa62c4203"/>
    <p:sldLayoutId xmlns:r="http://schemas.openxmlformats.org/officeDocument/2006/relationships" id="2147483653" r:id="Rfdc3a5c2275046fb"/>
    <p:sldLayoutId xmlns:r="http://schemas.openxmlformats.org/officeDocument/2006/relationships" id="2147483654" r:id="R31cdded87aa0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3858d61d74c9d" /><Relationship Type="http://schemas.openxmlformats.org/officeDocument/2006/relationships/notesSlide" Target="/ppt/notesSlides/notesSlide1.xml" Id="R7b71d02ec7664c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5afdf74db4c0d" /><Relationship Type="http://schemas.openxmlformats.org/officeDocument/2006/relationships/notesSlide" Target="/ppt/notesSlides/notesSlide2.xml" Id="R281158b2f6f34b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9059bb73f4932" /><Relationship Type="http://schemas.openxmlformats.org/officeDocument/2006/relationships/notesSlide" Target="/ppt/notesSlides/notesSlide3.xml" Id="Rd6ed957c378647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f2fd6a1e641e3" /><Relationship Type="http://schemas.openxmlformats.org/officeDocument/2006/relationships/notesSlide" Target="/ppt/notesSlides/notesSlide4.xml" Id="R31c9d9af2d3e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910acf24a4816" /><Relationship Type="http://schemas.openxmlformats.org/officeDocument/2006/relationships/notesSlide" Target="/ppt/notesSlides/notesSlide5.xml" Id="R0cef205aea7c4c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5da05caa14518" /><Relationship Type="http://schemas.openxmlformats.org/officeDocument/2006/relationships/notesSlide" Target="/ppt/notesSlides/notesSlide6.xml" Id="Rbb7ca700d12849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b4e936a074bb2" /><Relationship Type="http://schemas.openxmlformats.org/officeDocument/2006/relationships/image" Target="/ppt/media/image.jpeg" Id="R8f65e9329384463a" /><Relationship Type="http://schemas.openxmlformats.org/officeDocument/2006/relationships/notesSlide" Target="/ppt/notesSlides/notesSlide7.xml" Id="Rd347d415560e43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39ec04e944a4d" /><Relationship Type="http://schemas.openxmlformats.org/officeDocument/2006/relationships/notesSlide" Target="/ppt/notesSlides/notesSlide8.xml" Id="R4cb1ff802faa4f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7d1f7f8c049b7" /><Relationship Type="http://schemas.openxmlformats.org/officeDocument/2006/relationships/notesSlide" Target="/ppt/notesSlides/notesSlide9.xml" Id="Rfcd9b1b977d14c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92d3e35bc4b29" /><Relationship Type="http://schemas.openxmlformats.org/officeDocument/2006/relationships/notesSlide" Target="/ppt/notesSlides/notesSlide10.xml" Id="R60e2fee871df4d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642F6-A0C2-4865-A1D1-07FE205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E4E63-FA97-41DC-AED7-66E7197C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34AE1-7059-443F-9539-0EAE08F5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PROYECTO ACADÉMICO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97EF2-B6BF-40D2-886C-73809BFC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ClanRest Gestión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76EEF-89DD-4BE5-BE90-822F0CD9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DDE9F3"/>
                </a:solidFill>
              </a:defRPr>
            </a:defPPr>
            <a:lvl1pPr algn="l">
              <a:defRPr sz="2100" b="1">
                <a:solidFill>
                  <a:srgbClr val="DDE9F3"/>
                </a:solidFill>
              </a:defRPr>
            </a:lvl1pPr>
            <a:lvl2pPr algn="l">
              <a:defRPr sz="2100" b="1">
                <a:solidFill>
                  <a:srgbClr val="DDE9F3"/>
                </a:solidFill>
              </a:defRPr>
            </a:lvl2pPr>
            <a:lvl3pPr algn="l">
              <a:defRPr sz="2100" b="1">
                <a:solidFill>
                  <a:srgbClr val="DDE9F3"/>
                </a:solidFill>
              </a:defRPr>
            </a:lvl3pPr>
            <a:lvl4pPr algn="l">
              <a:defRPr sz="2100" b="1">
                <a:solidFill>
                  <a:srgbClr val="DDE9F3"/>
                </a:solidFill>
              </a:defRPr>
            </a:lvl4pPr>
            <a:lvl5pPr algn="l">
              <a:defRPr sz="2100" b="1">
                <a:solidFill>
                  <a:srgbClr val="DDE9F3"/>
                </a:solidFill>
              </a:defRPr>
            </a:lvl5pPr>
            <a:lvl6pPr algn="l">
              <a:defRPr sz="2100" b="1">
                <a:solidFill>
                  <a:srgbClr val="DDE9F3"/>
                </a:solidFill>
              </a:defRPr>
            </a:lvl6pPr>
            <a:lvl7pPr algn="l">
              <a:defRPr sz="2100" b="1">
                <a:solidFill>
                  <a:srgbClr val="DDE9F3"/>
                </a:solidFill>
              </a:defRPr>
            </a:lvl7pPr>
            <a:lvl8pPr algn="l">
              <a:defRPr sz="2100" b="1">
                <a:solidFill>
                  <a:srgbClr val="DDE9F3"/>
                </a:solidFill>
              </a:defRPr>
            </a:lvl8pPr>
            <a:lvl9pPr algn="l">
              <a:defRPr sz="2100" b="1">
                <a:solidFill>
                  <a:srgbClr val="DDE9F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DE9F3"/>
                </a:solidFill>
              </a:defRPr>
            </a:pPr>
            <a:r>
              <a:rPr sz="2100" b="1">
                <a:solidFill>
                  <a:srgbClr val="DDE9F3"/>
                </a:solidFill>
              </a:rPr>
              <a:t>Avance de Proyecto Final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36169-8272-4DD1-8A52-1B14BACE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9CBD9"/>
                </a:solidFill>
              </a:defRPr>
            </a:defPPr>
            <a:lvl1pPr algn="l">
              <a:defRPr sz="1575" b="0">
                <a:solidFill>
                  <a:srgbClr val="B9CBD9"/>
                </a:solidFill>
              </a:defRPr>
            </a:lvl1pPr>
            <a:lvl2pPr algn="l">
              <a:defRPr sz="1575" b="0">
                <a:solidFill>
                  <a:srgbClr val="B9CBD9"/>
                </a:solidFill>
              </a:defRPr>
            </a:lvl2pPr>
            <a:lvl3pPr algn="l">
              <a:defRPr sz="1575" b="0">
                <a:solidFill>
                  <a:srgbClr val="B9CBD9"/>
                </a:solidFill>
              </a:defRPr>
            </a:lvl3pPr>
            <a:lvl4pPr algn="l">
              <a:defRPr sz="1575" b="0">
                <a:solidFill>
                  <a:srgbClr val="B9CBD9"/>
                </a:solidFill>
              </a:defRPr>
            </a:lvl4pPr>
            <a:lvl5pPr algn="l">
              <a:defRPr sz="1575" b="0">
                <a:solidFill>
                  <a:srgbClr val="B9CBD9"/>
                </a:solidFill>
              </a:defRPr>
            </a:lvl5pPr>
            <a:lvl6pPr algn="l">
              <a:defRPr sz="1575" b="0">
                <a:solidFill>
                  <a:srgbClr val="B9CBD9"/>
                </a:solidFill>
              </a:defRPr>
            </a:lvl6pPr>
            <a:lvl7pPr algn="l">
              <a:defRPr sz="1575" b="0">
                <a:solidFill>
                  <a:srgbClr val="B9CBD9"/>
                </a:solidFill>
              </a:defRPr>
            </a:lvl7pPr>
            <a:lvl8pPr algn="l">
              <a:defRPr sz="1575" b="0">
                <a:solidFill>
                  <a:srgbClr val="B9CBD9"/>
                </a:solidFill>
              </a:defRPr>
            </a:lvl8pPr>
            <a:lvl9pPr algn="l">
              <a:defRPr sz="1575" b="0">
                <a:solidFill>
                  <a:srgbClr val="B9CBD9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9CBD9"/>
                </a:solidFill>
              </a:defRPr>
            </a:pPr>
            <a:r>
              <a:rPr sz="1575" b="0">
                <a:solidFill>
                  <a:srgbClr val="B9CBD9"/>
                </a:solidFill>
              </a:rPr>
              <a:t>Arquitectura, recursos Java, seguridad, pruebas y producto funcional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586E7-B8E8-49B7-AB7C-43819D72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76300"/>
            <a:ext cx="3476625" cy="3905250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C77E3-E41E-4BE7-9151-AABFAEE8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D7A5C"/>
                </a:solidFill>
              </a:defRPr>
            </a:defPPr>
            <a:lvl1pPr algn="l">
              <a:defRPr sz="1050" b="1">
                <a:solidFill>
                  <a:srgbClr val="1D7A5C"/>
                </a:solidFill>
              </a:defRPr>
            </a:lvl1pPr>
            <a:lvl2pPr algn="l">
              <a:defRPr sz="1050" b="1">
                <a:solidFill>
                  <a:srgbClr val="1D7A5C"/>
                </a:solidFill>
              </a:defRPr>
            </a:lvl2pPr>
            <a:lvl3pPr algn="l">
              <a:defRPr sz="1050" b="1">
                <a:solidFill>
                  <a:srgbClr val="1D7A5C"/>
                </a:solidFill>
              </a:defRPr>
            </a:lvl3pPr>
            <a:lvl4pPr algn="l">
              <a:defRPr sz="1050" b="1">
                <a:solidFill>
                  <a:srgbClr val="1D7A5C"/>
                </a:solidFill>
              </a:defRPr>
            </a:lvl4pPr>
            <a:lvl5pPr algn="l">
              <a:defRPr sz="1050" b="1">
                <a:solidFill>
                  <a:srgbClr val="1D7A5C"/>
                </a:solidFill>
              </a:defRPr>
            </a:lvl5pPr>
            <a:lvl6pPr algn="l">
              <a:defRPr sz="1050" b="1">
                <a:solidFill>
                  <a:srgbClr val="1D7A5C"/>
                </a:solidFill>
              </a:defRPr>
            </a:lvl6pPr>
            <a:lvl7pPr algn="l">
              <a:defRPr sz="1050" b="1">
                <a:solidFill>
                  <a:srgbClr val="1D7A5C"/>
                </a:solidFill>
              </a:defRPr>
            </a:lvl7pPr>
            <a:lvl8pPr algn="l">
              <a:defRPr sz="1050" b="1">
                <a:solidFill>
                  <a:srgbClr val="1D7A5C"/>
                </a:solidFill>
              </a:defRPr>
            </a:lvl8pPr>
            <a:lvl9pPr algn="l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53F8D-4F86-495F-A7E5-16A29749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2619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102A43"/>
                </a:solidFill>
              </a:defRPr>
            </a:defPPr>
            <a:lvl1pPr algn="ctr">
              <a:defRPr sz="4350" b="1">
                <a:solidFill>
                  <a:srgbClr val="102A43"/>
                </a:solidFill>
              </a:defRPr>
            </a:lvl1pPr>
            <a:lvl2pPr algn="ctr">
              <a:defRPr sz="4350" b="1">
                <a:solidFill>
                  <a:srgbClr val="102A43"/>
                </a:solidFill>
              </a:defRPr>
            </a:lvl2pPr>
            <a:lvl3pPr algn="ctr">
              <a:defRPr sz="4350" b="1">
                <a:solidFill>
                  <a:srgbClr val="102A43"/>
                </a:solidFill>
              </a:defRPr>
            </a:lvl3pPr>
            <a:lvl4pPr algn="ctr">
              <a:defRPr sz="4350" b="1">
                <a:solidFill>
                  <a:srgbClr val="102A43"/>
                </a:solidFill>
              </a:defRPr>
            </a:lvl4pPr>
            <a:lvl5pPr algn="ctr">
              <a:defRPr sz="4350" b="1">
                <a:solidFill>
                  <a:srgbClr val="102A43"/>
                </a:solidFill>
              </a:defRPr>
            </a:lvl5pPr>
            <a:lvl6pPr algn="ctr">
              <a:defRPr sz="4350" b="1">
                <a:solidFill>
                  <a:srgbClr val="102A43"/>
                </a:solidFill>
              </a:defRPr>
            </a:lvl6pPr>
            <a:lvl7pPr algn="ctr">
              <a:defRPr sz="4350" b="1">
                <a:solidFill>
                  <a:srgbClr val="102A43"/>
                </a:solidFill>
              </a:defRPr>
            </a:lvl7pPr>
            <a:lvl8pPr algn="ctr">
              <a:defRPr sz="4350" b="1">
                <a:solidFill>
                  <a:srgbClr val="102A43"/>
                </a:solidFill>
              </a:defRPr>
            </a:lvl8pPr>
            <a:lvl9pPr algn="ctr">
              <a:defRPr sz="4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102A43"/>
                </a:solidFill>
              </a:defRPr>
            </a:pPr>
            <a:r>
              <a:rPr sz="4350" b="1">
                <a:solidFill>
                  <a:srgbClr val="102A43"/>
                </a:solidFill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54B0C-5E8B-4AB9-AA8E-302D7E24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pruebas aprobadas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59FDD-962D-441F-9DCE-9A36B4D2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1539C-E97F-44E9-872F-A13A323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536372"/>
                </a:solidFill>
              </a:defRPr>
            </a:defPPr>
            <a:lvl1pPr algn="ctr">
              <a:defRPr sz="1350" b="1">
                <a:solidFill>
                  <a:srgbClr val="536372"/>
                </a:solidFill>
              </a:defRPr>
            </a:lvl1pPr>
            <a:lvl2pPr algn="ctr">
              <a:defRPr sz="1350" b="1">
                <a:solidFill>
                  <a:srgbClr val="536372"/>
                </a:solidFill>
              </a:defRPr>
            </a:lvl2pPr>
            <a:lvl3pPr algn="ctr">
              <a:defRPr sz="1350" b="1">
                <a:solidFill>
                  <a:srgbClr val="536372"/>
                </a:solidFill>
              </a:defRPr>
            </a:lvl3pPr>
            <a:lvl4pPr algn="ctr">
              <a:defRPr sz="1350" b="1">
                <a:solidFill>
                  <a:srgbClr val="536372"/>
                </a:solidFill>
              </a:defRPr>
            </a:lvl4pPr>
            <a:lvl5pPr algn="ctr">
              <a:defRPr sz="1350" b="1">
                <a:solidFill>
                  <a:srgbClr val="536372"/>
                </a:solidFill>
              </a:defRPr>
            </a:lvl5pPr>
            <a:lvl6pPr algn="ctr">
              <a:defRPr sz="1350" b="1">
                <a:solidFill>
                  <a:srgbClr val="536372"/>
                </a:solidFill>
              </a:defRPr>
            </a:lvl6pPr>
            <a:lvl7pPr algn="ctr">
              <a:defRPr sz="1350" b="1">
                <a:solidFill>
                  <a:srgbClr val="536372"/>
                </a:solidFill>
              </a:defRPr>
            </a:lvl7pPr>
            <a:lvl8pPr algn="ctr">
              <a:defRPr sz="1350" b="1">
                <a:solidFill>
                  <a:srgbClr val="536372"/>
                </a:solidFill>
              </a:defRPr>
            </a:lvl8pPr>
            <a:lvl9pPr algn="ctr">
              <a:defRPr sz="13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536372"/>
                </a:solidFill>
              </a:defRPr>
            </a:pPr>
            <a:r>
              <a:rPr sz="1350" b="1">
                <a:solidFill>
                  <a:srgbClr val="536372"/>
                </a:solidFill>
              </a:rPr>
              <a:t>Exportación Excel</a:t>
            </a:r>
          </a:p>
          <a:p xmlns:a="http://schemas.openxmlformats.org/drawingml/2006/main">
            <a:pPr algn="ctr">
              <a:defRPr sz="1350" b="1">
                <a:solidFill>
                  <a:srgbClr val="536372"/>
                </a:solidFill>
              </a:defRPr>
            </a:pPr>
            <a:r>
              <a:rPr sz="1350" b="1">
                <a:solidFill>
                  <a:srgbClr val="536372"/>
                </a:solidFill>
              </a:rPr>
              <a:t>Roles y auditoría</a:t>
            </a:r>
          </a:p>
          <a:p xmlns:a="http://schemas.openxmlformats.org/drawingml/2006/main">
            <a:pPr algn="ctr">
              <a:defRPr sz="1350" b="1">
                <a:solidFill>
                  <a:srgbClr val="536372"/>
                </a:solidFill>
              </a:defRPr>
            </a:pPr>
            <a:r>
              <a:rPr sz="1350" b="1">
                <a:solidFill>
                  <a:srgbClr val="536372"/>
                </a:solidFill>
              </a:rPr>
              <a:t>Cobertura funcional completa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19D71-4376-4EA3-A6FC-F415A4E1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</a:defRPr>
            </a:defPPr>
            <a:lvl1pPr algn="l">
              <a:defRPr sz="1125" b="0">
                <a:solidFill>
                  <a:srgbClr val="FFFFFF"/>
                </a:solidFill>
              </a:defRPr>
            </a:lvl1pPr>
            <a:lvl2pPr algn="l">
              <a:defRPr sz="1125" b="0">
                <a:solidFill>
                  <a:srgbClr val="FFFFFF"/>
                </a:solidFill>
              </a:defRPr>
            </a:lvl2pPr>
            <a:lvl3pPr algn="l">
              <a:defRPr sz="1125" b="0">
                <a:solidFill>
                  <a:srgbClr val="FFFFFF"/>
                </a:solidFill>
              </a:defRPr>
            </a:lvl3pPr>
            <a:lvl4pPr algn="l">
              <a:defRPr sz="1125" b="0">
                <a:solidFill>
                  <a:srgbClr val="FFFFFF"/>
                </a:solidFill>
              </a:defRPr>
            </a:lvl4pPr>
            <a:lvl5pPr algn="l">
              <a:defRPr sz="1125" b="0">
                <a:solidFill>
                  <a:srgbClr val="FFFFFF"/>
                </a:solidFill>
              </a:defRPr>
            </a:lvl5pPr>
            <a:lvl6pPr algn="l">
              <a:defRPr sz="1125" b="0">
                <a:solidFill>
                  <a:srgbClr val="FFFFFF"/>
                </a:solidFill>
              </a:defRPr>
            </a:lvl6pPr>
            <a:lvl7pPr algn="l">
              <a:defRPr sz="1125" b="0">
                <a:solidFill>
                  <a:srgbClr val="FFFFFF"/>
                </a:solidFill>
              </a:defRPr>
            </a:lvl7pPr>
            <a:lvl8pPr algn="l">
              <a:defRPr sz="1125" b="0">
                <a:solidFill>
                  <a:srgbClr val="FFFFFF"/>
                </a:solidFill>
              </a:defRPr>
            </a:lvl8pPr>
            <a:lvl9pPr algn="l">
              <a:defRPr sz="11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Juan Abel Coveñas Fernandez | Hector Zenon Huamani Paxi | Carlos Daniel Requejo Tello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3D4FF-755C-4825-8FA4-3BFB612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B9CBD9"/>
                </a:solidFill>
              </a:defRPr>
            </a:defPPr>
            <a:lvl1pPr algn="l">
              <a:defRPr sz="975" b="0">
                <a:solidFill>
                  <a:srgbClr val="B9CBD9"/>
                </a:solidFill>
              </a:defRPr>
            </a:lvl1pPr>
            <a:lvl2pPr algn="l">
              <a:defRPr sz="975" b="0">
                <a:solidFill>
                  <a:srgbClr val="B9CBD9"/>
                </a:solidFill>
              </a:defRPr>
            </a:lvl2pPr>
            <a:lvl3pPr algn="l">
              <a:defRPr sz="975" b="0">
                <a:solidFill>
                  <a:srgbClr val="B9CBD9"/>
                </a:solidFill>
              </a:defRPr>
            </a:lvl3pPr>
            <a:lvl4pPr algn="l">
              <a:defRPr sz="975" b="0">
                <a:solidFill>
                  <a:srgbClr val="B9CBD9"/>
                </a:solidFill>
              </a:defRPr>
            </a:lvl4pPr>
            <a:lvl5pPr algn="l">
              <a:defRPr sz="975" b="0">
                <a:solidFill>
                  <a:srgbClr val="B9CBD9"/>
                </a:solidFill>
              </a:defRPr>
            </a:lvl5pPr>
            <a:lvl6pPr algn="l">
              <a:defRPr sz="975" b="0">
                <a:solidFill>
                  <a:srgbClr val="B9CBD9"/>
                </a:solidFill>
              </a:defRPr>
            </a:lvl6pPr>
            <a:lvl7pPr algn="l">
              <a:defRPr sz="975" b="0">
                <a:solidFill>
                  <a:srgbClr val="B9CBD9"/>
                </a:solidFill>
              </a:defRPr>
            </a:lvl7pPr>
            <a:lvl8pPr algn="l">
              <a:defRPr sz="975" b="0">
                <a:solidFill>
                  <a:srgbClr val="B9CBD9"/>
                </a:solidFill>
              </a:defRPr>
            </a:lvl8pPr>
            <a:lvl9pPr algn="l">
              <a:defRPr sz="975" b="0">
                <a:solidFill>
                  <a:srgbClr val="B9CBD9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B9CBD9"/>
                </a:solidFill>
              </a:defRPr>
            </a:pPr>
            <a:r>
              <a:rPr sz="975" b="0">
                <a:solidFill>
                  <a:srgbClr val="B9CBD9"/>
                </a:solidFill>
              </a:rPr>
              <a:t>Curso Integrador I Sistemas Software | Docente: Bernardo Rivera Abad | 29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619136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4E7782-2C6F-4B37-B48C-4D293DC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FC650-038D-4D9D-B9DB-22871419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DF4E9-4A8C-4EC9-93B6-B817C76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Problema, objetivo y 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87B55-C8F8-4565-BD47-6A2B7B1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DB479-640A-4BF5-9E55-8B5566BA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ADA41-E092-408D-AA46-457AEC40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6CBA4-BC5E-49C4-93DC-71761FBE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3381375" cy="400050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73222-355C-45D7-962F-BB8A2593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B84545"/>
                </a:solidFill>
              </a:defRPr>
            </a:defPPr>
            <a:lvl1pPr algn="l">
              <a:defRPr sz="1875" b="1">
                <a:solidFill>
                  <a:srgbClr val="B84545"/>
                </a:solidFill>
              </a:defRPr>
            </a:lvl1pPr>
            <a:lvl2pPr algn="l">
              <a:defRPr sz="1875" b="1">
                <a:solidFill>
                  <a:srgbClr val="B84545"/>
                </a:solidFill>
              </a:defRPr>
            </a:lvl2pPr>
            <a:lvl3pPr algn="l">
              <a:defRPr sz="1875" b="1">
                <a:solidFill>
                  <a:srgbClr val="B84545"/>
                </a:solidFill>
              </a:defRPr>
            </a:lvl3pPr>
            <a:lvl4pPr algn="l">
              <a:defRPr sz="1875" b="1">
                <a:solidFill>
                  <a:srgbClr val="B84545"/>
                </a:solidFill>
              </a:defRPr>
            </a:lvl4pPr>
            <a:lvl5pPr algn="l">
              <a:defRPr sz="1875" b="1">
                <a:solidFill>
                  <a:srgbClr val="B84545"/>
                </a:solidFill>
              </a:defRPr>
            </a:lvl5pPr>
            <a:lvl6pPr algn="l">
              <a:defRPr sz="1875" b="1">
                <a:solidFill>
                  <a:srgbClr val="B84545"/>
                </a:solidFill>
              </a:defRPr>
            </a:lvl6pPr>
            <a:lvl7pPr algn="l">
              <a:defRPr sz="1875" b="1">
                <a:solidFill>
                  <a:srgbClr val="B84545"/>
                </a:solidFill>
              </a:defRPr>
            </a:lvl7pPr>
            <a:lvl8pPr algn="l">
              <a:defRPr sz="1875" b="1">
                <a:solidFill>
                  <a:srgbClr val="B84545"/>
                </a:solidFill>
              </a:defRPr>
            </a:lvl8pPr>
            <a:lvl9pPr algn="l">
              <a:defRPr sz="1875" b="1">
                <a:solidFill>
                  <a:srgbClr val="B84545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84545"/>
                </a:solidFill>
              </a:defRPr>
            </a:pPr>
            <a:r>
              <a:rPr sz="1875" b="1">
                <a:solidFill>
                  <a:srgbClr val="B84545"/>
                </a:solidFill>
              </a:rPr>
              <a:t>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FA7D0-26BF-4F2B-B10F-E760106A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76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12B"/>
                </a:solidFill>
              </a:defRPr>
            </a:defPPr>
            <a:lvl1pPr algn="l">
              <a:defRPr sz="1425" b="0">
                <a:solidFill>
                  <a:srgbClr val="17212B"/>
                </a:solidFill>
              </a:defRPr>
            </a:lvl1pPr>
            <a:lvl2pPr algn="l">
              <a:defRPr sz="1425" b="0">
                <a:solidFill>
                  <a:srgbClr val="17212B"/>
                </a:solidFill>
              </a:defRPr>
            </a:lvl2pPr>
            <a:lvl3pPr algn="l">
              <a:defRPr sz="1425" b="0">
                <a:solidFill>
                  <a:srgbClr val="17212B"/>
                </a:solidFill>
              </a:defRPr>
            </a:lvl3pPr>
            <a:lvl4pPr algn="l">
              <a:defRPr sz="1425" b="0">
                <a:solidFill>
                  <a:srgbClr val="17212B"/>
                </a:solidFill>
              </a:defRPr>
            </a:lvl4pPr>
            <a:lvl5pPr algn="l">
              <a:defRPr sz="1425" b="0">
                <a:solidFill>
                  <a:srgbClr val="17212B"/>
                </a:solidFill>
              </a:defRPr>
            </a:lvl5pPr>
            <a:lvl6pPr algn="l">
              <a:defRPr sz="1425" b="0">
                <a:solidFill>
                  <a:srgbClr val="17212B"/>
                </a:solidFill>
              </a:defRPr>
            </a:lvl6pPr>
            <a:lvl7pPr algn="l">
              <a:defRPr sz="1425" b="0">
                <a:solidFill>
                  <a:srgbClr val="17212B"/>
                </a:solidFill>
              </a:defRPr>
            </a:lvl7pPr>
            <a:lvl8pPr algn="l">
              <a:defRPr sz="1425" b="0">
                <a:solidFill>
                  <a:srgbClr val="17212B"/>
                </a:solidFill>
              </a:defRPr>
            </a:lvl8pPr>
            <a:lvl9pPr algn="l"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La operación de catering se gestionaba con datos dispersos, poca trazabilidad y riesgo de errores en cotizaciones, inventario y pagos.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83D2B-3FD8-4118-946F-43172668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B1A5F-99EB-443A-ADB2-57BAF71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B84545"/>
                </a:solidFill>
              </a:defRPr>
            </a:defPPr>
            <a:lvl1pPr algn="ctr">
              <a:defRPr sz="1050" b="1">
                <a:solidFill>
                  <a:srgbClr val="B84545"/>
                </a:solidFill>
              </a:defRPr>
            </a:lvl1pPr>
            <a:lvl2pPr algn="ctr">
              <a:defRPr sz="1050" b="1">
                <a:solidFill>
                  <a:srgbClr val="B84545"/>
                </a:solidFill>
              </a:defRPr>
            </a:lvl2pPr>
            <a:lvl3pPr algn="ctr">
              <a:defRPr sz="1050" b="1">
                <a:solidFill>
                  <a:srgbClr val="B84545"/>
                </a:solidFill>
              </a:defRPr>
            </a:lvl3pPr>
            <a:lvl4pPr algn="ctr">
              <a:defRPr sz="1050" b="1">
                <a:solidFill>
                  <a:srgbClr val="B84545"/>
                </a:solidFill>
              </a:defRPr>
            </a:lvl4pPr>
            <a:lvl5pPr algn="ctr">
              <a:defRPr sz="1050" b="1">
                <a:solidFill>
                  <a:srgbClr val="B84545"/>
                </a:solidFill>
              </a:defRPr>
            </a:lvl5pPr>
            <a:lvl6pPr algn="ctr">
              <a:defRPr sz="1050" b="1">
                <a:solidFill>
                  <a:srgbClr val="B84545"/>
                </a:solidFill>
              </a:defRPr>
            </a:lvl6pPr>
            <a:lvl7pPr algn="ctr">
              <a:defRPr sz="1050" b="1">
                <a:solidFill>
                  <a:srgbClr val="B84545"/>
                </a:solidFill>
              </a:defRPr>
            </a:lvl7pPr>
            <a:lvl8pPr algn="ctr">
              <a:defRPr sz="1050" b="1">
                <a:solidFill>
                  <a:srgbClr val="B84545"/>
                </a:solidFill>
              </a:defRPr>
            </a:lvl8pPr>
            <a:lvl9pPr algn="ctr">
              <a:defRPr sz="1050" b="1">
                <a:solidFill>
                  <a:srgbClr val="B84545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B84545"/>
                </a:solidFill>
              </a:defRPr>
            </a:pPr>
            <a:r>
              <a:rPr sz="1050" b="1">
                <a:solidFill>
                  <a:srgbClr val="B84545"/>
                </a:solidFill>
              </a:rPr>
              <a:t>Necesidad central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DB09D-7B5D-4E57-AD33-C82F6939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36372"/>
                </a:solidFill>
              </a:defRPr>
            </a:defPPr>
            <a:lvl1pPr algn="l">
              <a:defRPr sz="1125" b="0">
                <a:solidFill>
                  <a:srgbClr val="536372"/>
                </a:solidFill>
              </a:defRPr>
            </a:lvl1pPr>
            <a:lvl2pPr algn="l">
              <a:defRPr sz="1125" b="0">
                <a:solidFill>
                  <a:srgbClr val="536372"/>
                </a:solidFill>
              </a:defRPr>
            </a:lvl2pPr>
            <a:lvl3pPr algn="l">
              <a:defRPr sz="1125" b="0">
                <a:solidFill>
                  <a:srgbClr val="536372"/>
                </a:solidFill>
              </a:defRPr>
            </a:lvl3pPr>
            <a:lvl4pPr algn="l">
              <a:defRPr sz="1125" b="0">
                <a:solidFill>
                  <a:srgbClr val="536372"/>
                </a:solidFill>
              </a:defRPr>
            </a:lvl4pPr>
            <a:lvl5pPr algn="l">
              <a:defRPr sz="1125" b="0">
                <a:solidFill>
                  <a:srgbClr val="536372"/>
                </a:solidFill>
              </a:defRPr>
            </a:lvl5pPr>
            <a:lvl6pPr algn="l">
              <a:defRPr sz="1125" b="0">
                <a:solidFill>
                  <a:srgbClr val="536372"/>
                </a:solidFill>
              </a:defRPr>
            </a:lvl6pPr>
            <a:lvl7pPr algn="l">
              <a:defRPr sz="1125" b="0">
                <a:solidFill>
                  <a:srgbClr val="536372"/>
                </a:solidFill>
              </a:defRPr>
            </a:lvl7pPr>
            <a:lvl8pPr algn="l">
              <a:defRPr sz="1125" b="0">
                <a:solidFill>
                  <a:srgbClr val="536372"/>
                </a:solidFill>
              </a:defRPr>
            </a:lvl8pPr>
            <a:lvl9pPr algn="l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Unificar la información y controlar el ciclo completo del servicio.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A4CD8-99FF-417A-BEF6-F71EE13F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71913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0E356-F424-41EA-8D2A-00B49838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66900"/>
            <a:ext cx="642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</a:defRPr>
            </a:defPPr>
            <a:lvl1pPr algn="l">
              <a:defRPr sz="1875" b="1">
                <a:solidFill>
                  <a:srgbClr val="102A43"/>
                </a:solidFill>
              </a:defRPr>
            </a:lvl1pPr>
            <a:lvl2pPr algn="l">
              <a:defRPr sz="1875" b="1">
                <a:solidFill>
                  <a:srgbClr val="102A43"/>
                </a:solidFill>
              </a:defRPr>
            </a:lvl2pPr>
            <a:lvl3pPr algn="l">
              <a:defRPr sz="1875" b="1">
                <a:solidFill>
                  <a:srgbClr val="102A43"/>
                </a:solidFill>
              </a:defRPr>
            </a:lvl3pPr>
            <a:lvl4pPr algn="l">
              <a:defRPr sz="1875" b="1">
                <a:solidFill>
                  <a:srgbClr val="102A43"/>
                </a:solidFill>
              </a:defRPr>
            </a:lvl4pPr>
            <a:lvl5pPr algn="l">
              <a:defRPr sz="1875" b="1">
                <a:solidFill>
                  <a:srgbClr val="102A43"/>
                </a:solidFill>
              </a:defRPr>
            </a:lvl5pPr>
            <a:lvl6pPr algn="l">
              <a:defRPr sz="1875" b="1">
                <a:solidFill>
                  <a:srgbClr val="102A43"/>
                </a:solidFill>
              </a:defRPr>
            </a:lvl6pPr>
            <a:lvl7pPr algn="l">
              <a:defRPr sz="1875" b="1">
                <a:solidFill>
                  <a:srgbClr val="102A43"/>
                </a:solidFill>
              </a:defRPr>
            </a:lvl7pPr>
            <a:lvl8pPr algn="l">
              <a:defRPr sz="1875" b="1">
                <a:solidFill>
                  <a:srgbClr val="102A43"/>
                </a:solidFill>
              </a:defRPr>
            </a:lvl8pPr>
            <a:lvl9pPr algn="l"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Alcance funcional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1D3C7-AC58-4D43-B826-B8695AAE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CCFCC-BB79-4966-9F42-620088D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Autenticación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F894-8B7F-48DC-B30A-F2D4A2DE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0CB9C-D3F4-4B49-85F6-A585A205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Clientes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A0791-11F8-42BA-B7DF-8DFBC768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C7AA7-A355-4D2F-B4DB-BE2A2AFC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384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Catálogo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C214C-FA08-4A66-94B8-B31E531F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3EDDC-8A23-438C-ACC8-FC04333A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Cotizaciones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90ED7-192A-4EF9-8ACD-E403122F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1483B-D2BA-484B-85A1-BC65CCF9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Eventos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9308E-1D34-4AA4-BD58-AD018A06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490B5-92C6-4FE4-A124-A055684E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Calendario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BC455D-33C0-429A-93CA-1E9C1571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90738-6519-48C8-BB49-4A3961EE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Inventario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C155D-9450-492E-88E9-77CAD5BC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4D217-DA51-4429-BF1C-C1477CA9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433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Movimientos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F298F-DAF6-4D05-AF8F-68B98B4C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0317C2-5E51-4633-8BFE-7B893D11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Pagos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36BAEE-607E-4F69-9943-231EAE16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169121-D9D5-4CE0-8E23-406F090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Alertas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44FC6B-1058-4F4D-8171-F70BBEEA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45E7A2-DD6B-4510-971D-D6AF9AA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Reportes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66BE2-38C6-48E6-97C4-534E73E8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91596F-53EF-4518-A1F2-46C5472F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Usuarios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09D224-651C-4B8C-AE3F-943E4F67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482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773E2F-6AE5-49F6-B3CD-EE3F8CF5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Roles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B3B11-DEF7-41D7-8986-4831C312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7CCF39-5333-4F15-BB13-426C10A6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482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Auditoría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7D8E0F-2EE2-4531-8C40-F1DD960C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02A43"/>
                </a:solidFill>
              </a:defRPr>
            </a:defPPr>
            <a:lvl1pPr algn="ctr">
              <a:defRPr sz="1275" b="1">
                <a:solidFill>
                  <a:srgbClr val="102A43"/>
                </a:solidFill>
              </a:defRPr>
            </a:lvl1pPr>
            <a:lvl2pPr algn="ctr">
              <a:defRPr sz="1275" b="1">
                <a:solidFill>
                  <a:srgbClr val="102A43"/>
                </a:solidFill>
              </a:defRPr>
            </a:lvl2pPr>
            <a:lvl3pPr algn="ctr">
              <a:defRPr sz="1275" b="1">
                <a:solidFill>
                  <a:srgbClr val="102A43"/>
                </a:solidFill>
              </a:defRPr>
            </a:lvl3pPr>
            <a:lvl4pPr algn="ctr">
              <a:defRPr sz="1275" b="1">
                <a:solidFill>
                  <a:srgbClr val="102A43"/>
                </a:solidFill>
              </a:defRPr>
            </a:lvl4pPr>
            <a:lvl5pPr algn="ctr">
              <a:defRPr sz="1275" b="1">
                <a:solidFill>
                  <a:srgbClr val="102A43"/>
                </a:solidFill>
              </a:defRPr>
            </a:lvl5pPr>
            <a:lvl6pPr algn="ctr">
              <a:defRPr sz="1275" b="1">
                <a:solidFill>
                  <a:srgbClr val="102A43"/>
                </a:solidFill>
              </a:defRPr>
            </a:lvl6pPr>
            <a:lvl7pPr algn="ctr">
              <a:defRPr sz="1275" b="1">
                <a:solidFill>
                  <a:srgbClr val="102A43"/>
                </a:solidFill>
              </a:defRPr>
            </a:lvl7pPr>
            <a:lvl8pPr algn="ctr">
              <a:defRPr sz="1275" b="1">
                <a:solidFill>
                  <a:srgbClr val="102A43"/>
                </a:solidFill>
              </a:defRPr>
            </a:lvl8pPr>
            <a:lvl9pPr algn="ctr">
              <a:defRPr sz="12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Objetivo: controlar desde el registro del cliente hasta el cierre del evento y sus reportes.</a:t>
            </a:r>
          </a:p>
        </p:txBody>
      </p:sp>
    </p:spTree>
    <p:extLst>
      <p:ext uri="{BB962C8B-B14F-4D97-AF65-F5344CB8AC3E}">
        <p14:creationId xmlns:p14="http://schemas.microsoft.com/office/powerpoint/2010/main" val="1296164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76DA84-E5A2-4603-8036-D9BE8B36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C5483-6155-40F4-81E4-DF8AB0C0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DISEÑO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4AACA-4D0A-484C-A478-2B49B77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Arquitectura MVC, DAO y principios SOLID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F8FC4-32EC-45AB-A1F1-0FE1C0BE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158E5-94E1-42E0-BFD4-442AD840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9799F-6EF8-45E4-8B74-E087338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EF47B-3FF3-4411-A65C-BC8A8B5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3A6E2-F08E-4B35-9D67-D18D8D1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80224-5137-4FAE-8711-DF03EEE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003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2563EB"/>
                </a:solidFill>
              </a:defRPr>
            </a:defPPr>
            <a:lvl1pPr algn="ctr">
              <a:defRPr sz="1725" b="1">
                <a:solidFill>
                  <a:srgbClr val="2563EB"/>
                </a:solidFill>
              </a:defRPr>
            </a:lvl1pPr>
            <a:lvl2pPr algn="ctr">
              <a:defRPr sz="1725" b="1">
                <a:solidFill>
                  <a:srgbClr val="2563EB"/>
                </a:solidFill>
              </a:defRPr>
            </a:lvl2pPr>
            <a:lvl3pPr algn="ctr">
              <a:defRPr sz="1725" b="1">
                <a:solidFill>
                  <a:srgbClr val="2563EB"/>
                </a:solidFill>
              </a:defRPr>
            </a:lvl3pPr>
            <a:lvl4pPr algn="ctr">
              <a:defRPr sz="1725" b="1">
                <a:solidFill>
                  <a:srgbClr val="2563EB"/>
                </a:solidFill>
              </a:defRPr>
            </a:lvl4pPr>
            <a:lvl5pPr algn="ctr">
              <a:defRPr sz="1725" b="1">
                <a:solidFill>
                  <a:srgbClr val="2563EB"/>
                </a:solidFill>
              </a:defRPr>
            </a:lvl5pPr>
            <a:lvl6pPr algn="ctr">
              <a:defRPr sz="1725" b="1">
                <a:solidFill>
                  <a:srgbClr val="2563EB"/>
                </a:solidFill>
              </a:defRPr>
            </a:lvl6pPr>
            <a:lvl7pPr algn="ctr">
              <a:defRPr sz="1725" b="1">
                <a:solidFill>
                  <a:srgbClr val="2563EB"/>
                </a:solidFill>
              </a:defRPr>
            </a:lvl7pPr>
            <a:lvl8pPr algn="ctr">
              <a:defRPr sz="1725" b="1">
                <a:solidFill>
                  <a:srgbClr val="2563EB"/>
                </a:solidFill>
              </a:defRPr>
            </a:lvl8pPr>
            <a:lvl9pPr algn="ctr">
              <a:defRPr sz="172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Vista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16E3A-E196-4BBE-8C5F-EAAA468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575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Thymeleaf + Bootstrap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16368-0559-41EF-B2F7-B1722D5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813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3FFB6-163E-473E-A932-F38FCA8B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14625" y="27051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E552A-2CF5-4567-B95B-1667E38A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E4656-496E-403B-8058-99FD1DF5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76F50-1F6E-435A-A77B-062BF106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D7A5C"/>
                </a:solidFill>
              </a:defRPr>
            </a:defPPr>
            <a:lvl1pPr algn="ctr">
              <a:defRPr sz="1725" b="1">
                <a:solidFill>
                  <a:srgbClr val="1D7A5C"/>
                </a:solidFill>
              </a:defRPr>
            </a:lvl1pPr>
            <a:lvl2pPr algn="ctr">
              <a:defRPr sz="1725" b="1">
                <a:solidFill>
                  <a:srgbClr val="1D7A5C"/>
                </a:solidFill>
              </a:defRPr>
            </a:lvl2pPr>
            <a:lvl3pPr algn="ctr">
              <a:defRPr sz="1725" b="1">
                <a:solidFill>
                  <a:srgbClr val="1D7A5C"/>
                </a:solidFill>
              </a:defRPr>
            </a:lvl3pPr>
            <a:lvl4pPr algn="ctr">
              <a:defRPr sz="1725" b="1">
                <a:solidFill>
                  <a:srgbClr val="1D7A5C"/>
                </a:solidFill>
              </a:defRPr>
            </a:lvl4pPr>
            <a:lvl5pPr algn="ctr">
              <a:defRPr sz="1725" b="1">
                <a:solidFill>
                  <a:srgbClr val="1D7A5C"/>
                </a:solidFill>
              </a:defRPr>
            </a:lvl5pPr>
            <a:lvl6pPr algn="ctr">
              <a:defRPr sz="1725" b="1">
                <a:solidFill>
                  <a:srgbClr val="1D7A5C"/>
                </a:solidFill>
              </a:defRPr>
            </a:lvl6pPr>
            <a:lvl7pPr algn="ctr">
              <a:defRPr sz="1725" b="1">
                <a:solidFill>
                  <a:srgbClr val="1D7A5C"/>
                </a:solidFill>
              </a:defRPr>
            </a:lvl7pPr>
            <a:lvl8pPr algn="ctr">
              <a:defRPr sz="1725" b="1">
                <a:solidFill>
                  <a:srgbClr val="1D7A5C"/>
                </a:solidFill>
              </a:defRPr>
            </a:lvl8pPr>
            <a:lvl9pPr algn="ctr">
              <a:defRPr sz="172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D7A5C"/>
                </a:solidFill>
              </a:defRPr>
            </a:pPr>
            <a:r>
              <a:rPr sz="1725" b="1">
                <a:solidFill>
                  <a:srgbClr val="1D7A5C"/>
                </a:solidFill>
              </a:rPr>
              <a:t>Controlador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6DFBF-FB28-4D4B-A02A-52925E8D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Rutas, validación y respuestas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235C5-EAB7-4DB6-A21B-89D42D88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2CA51-E71F-409E-9614-A0520590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8250" y="27051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F5D3F-D562-4742-A03C-A3439402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0E64A-4903-419F-A7FD-5587408B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5F781-6C1E-415D-8C01-A9A5158E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003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D08A22"/>
                </a:solidFill>
              </a:defRPr>
            </a:defPPr>
            <a:lvl1pPr algn="ctr">
              <a:defRPr sz="1725" b="1">
                <a:solidFill>
                  <a:srgbClr val="D08A22"/>
                </a:solidFill>
              </a:defRPr>
            </a:lvl1pPr>
            <a:lvl2pPr algn="ctr">
              <a:defRPr sz="1725" b="1">
                <a:solidFill>
                  <a:srgbClr val="D08A22"/>
                </a:solidFill>
              </a:defRPr>
            </a:lvl2pPr>
            <a:lvl3pPr algn="ctr">
              <a:defRPr sz="1725" b="1">
                <a:solidFill>
                  <a:srgbClr val="D08A22"/>
                </a:solidFill>
              </a:defRPr>
            </a:lvl3pPr>
            <a:lvl4pPr algn="ctr">
              <a:defRPr sz="1725" b="1">
                <a:solidFill>
                  <a:srgbClr val="D08A22"/>
                </a:solidFill>
              </a:defRPr>
            </a:lvl4pPr>
            <a:lvl5pPr algn="ctr">
              <a:defRPr sz="1725" b="1">
                <a:solidFill>
                  <a:srgbClr val="D08A22"/>
                </a:solidFill>
              </a:defRPr>
            </a:lvl5pPr>
            <a:lvl6pPr algn="ctr">
              <a:defRPr sz="1725" b="1">
                <a:solidFill>
                  <a:srgbClr val="D08A22"/>
                </a:solidFill>
              </a:defRPr>
            </a:lvl6pPr>
            <a:lvl7pPr algn="ctr">
              <a:defRPr sz="1725" b="1">
                <a:solidFill>
                  <a:srgbClr val="D08A22"/>
                </a:solidFill>
              </a:defRPr>
            </a:lvl7pPr>
            <a:lvl8pPr algn="ctr">
              <a:defRPr sz="1725" b="1">
                <a:solidFill>
                  <a:srgbClr val="D08A22"/>
                </a:solidFill>
              </a:defRPr>
            </a:lvl8pPr>
            <a:lvl9pPr algn="ctr">
              <a:defRPr sz="1725" b="1">
                <a:solidFill>
                  <a:srgbClr val="D08A22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08A22"/>
                </a:solidFill>
              </a:defRPr>
            </a:pPr>
            <a:r>
              <a:rPr sz="1725" b="1">
                <a:solidFill>
                  <a:srgbClr val="D08A22"/>
                </a:solidFill>
              </a:rPr>
              <a:t>Servicio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041AC-8D2D-40E6-A792-EF730F0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575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Reglas de negocio y transacciones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2DC70-EF7C-455E-8298-EEEA6427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813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D4C52-5032-447E-9620-64FDE374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81875" y="27051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4A2B5-1DE8-4AD4-99A8-D539421F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168A98-3213-4A97-A050-D5E85610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EFA53-6C7D-4816-BFBB-B06FFA84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</a:defRPr>
            </a:defPPr>
            <a:lvl1pPr algn="ctr">
              <a:defRPr sz="1725" b="1">
                <a:solidFill>
                  <a:srgbClr val="102A43"/>
                </a:solidFill>
              </a:defRPr>
            </a:lvl1pPr>
            <a:lvl2pPr algn="ctr">
              <a:defRPr sz="1725" b="1">
                <a:solidFill>
                  <a:srgbClr val="102A43"/>
                </a:solidFill>
              </a:defRPr>
            </a:lvl2pPr>
            <a:lvl3pPr algn="ctr">
              <a:defRPr sz="1725" b="1">
                <a:solidFill>
                  <a:srgbClr val="102A43"/>
                </a:solidFill>
              </a:defRPr>
            </a:lvl3pPr>
            <a:lvl4pPr algn="ctr">
              <a:defRPr sz="1725" b="1">
                <a:solidFill>
                  <a:srgbClr val="102A43"/>
                </a:solidFill>
              </a:defRPr>
            </a:lvl4pPr>
            <a:lvl5pPr algn="ctr">
              <a:defRPr sz="1725" b="1">
                <a:solidFill>
                  <a:srgbClr val="102A43"/>
                </a:solidFill>
              </a:defRPr>
            </a:lvl5pPr>
            <a:lvl6pPr algn="ctr">
              <a:defRPr sz="1725" b="1">
                <a:solidFill>
                  <a:srgbClr val="102A43"/>
                </a:solidFill>
              </a:defRPr>
            </a:lvl6pPr>
            <a:lvl7pPr algn="ctr">
              <a:defRPr sz="1725" b="1">
                <a:solidFill>
                  <a:srgbClr val="102A43"/>
                </a:solidFill>
              </a:defRPr>
            </a:lvl7pPr>
            <a:lvl8pPr algn="ctr">
              <a:defRPr sz="1725" b="1">
                <a:solidFill>
                  <a:srgbClr val="102A43"/>
                </a:solidFill>
              </a:defRPr>
            </a:lvl8pPr>
            <a:lvl9pPr algn="ctr"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DAO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23ECE-B301-4E9D-8431-23ACED64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Spring Data JPA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DA42E-8494-4565-822A-98C1486D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E57137-2A58-4223-9CD3-1974959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15500" y="27051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9F97D-844D-45AF-BF75-6CC27C96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4EF478-13BF-4035-A542-97D91D5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3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9ECB04-061A-4829-B593-CE897571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003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536372"/>
                </a:solidFill>
              </a:defRPr>
            </a:defPPr>
            <a:lvl1pPr algn="ctr">
              <a:defRPr sz="1725" b="1">
                <a:solidFill>
                  <a:srgbClr val="536372"/>
                </a:solidFill>
              </a:defRPr>
            </a:lvl1pPr>
            <a:lvl2pPr algn="ctr">
              <a:defRPr sz="1725" b="1">
                <a:solidFill>
                  <a:srgbClr val="536372"/>
                </a:solidFill>
              </a:defRPr>
            </a:lvl2pPr>
            <a:lvl3pPr algn="ctr">
              <a:defRPr sz="1725" b="1">
                <a:solidFill>
                  <a:srgbClr val="536372"/>
                </a:solidFill>
              </a:defRPr>
            </a:lvl3pPr>
            <a:lvl4pPr algn="ctr">
              <a:defRPr sz="1725" b="1">
                <a:solidFill>
                  <a:srgbClr val="536372"/>
                </a:solidFill>
              </a:defRPr>
            </a:lvl4pPr>
            <a:lvl5pPr algn="ctr">
              <a:defRPr sz="1725" b="1">
                <a:solidFill>
                  <a:srgbClr val="536372"/>
                </a:solidFill>
              </a:defRPr>
            </a:lvl5pPr>
            <a:lvl6pPr algn="ctr">
              <a:defRPr sz="1725" b="1">
                <a:solidFill>
                  <a:srgbClr val="536372"/>
                </a:solidFill>
              </a:defRPr>
            </a:lvl6pPr>
            <a:lvl7pPr algn="ctr">
              <a:defRPr sz="1725" b="1">
                <a:solidFill>
                  <a:srgbClr val="536372"/>
                </a:solidFill>
              </a:defRPr>
            </a:lvl7pPr>
            <a:lvl8pPr algn="ctr">
              <a:defRPr sz="1725" b="1">
                <a:solidFill>
                  <a:srgbClr val="536372"/>
                </a:solidFill>
              </a:defRPr>
            </a:lvl8pPr>
            <a:lvl9pPr algn="ctr">
              <a:defRPr sz="1725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536372"/>
                </a:solidFill>
              </a:defRPr>
            </a:pPr>
            <a:r>
              <a:rPr sz="1725" b="1">
                <a:solidFill>
                  <a:srgbClr val="536372"/>
                </a:solidFill>
              </a:rPr>
              <a:t>Datos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C52C77-6071-47C0-A1C3-B9D3E1C4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575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MySQL o H2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017F98-38F0-4489-BBAD-F6BA0328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9CD5F2-D5DC-4C0C-8326-A6C66F0C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D7A5C"/>
                </a:solidFill>
              </a:defRPr>
            </a:defPPr>
            <a:lvl1pPr algn="l">
              <a:defRPr sz="1650" b="1">
                <a:solidFill>
                  <a:srgbClr val="1D7A5C"/>
                </a:solidFill>
              </a:defRPr>
            </a:lvl1pPr>
            <a:lvl2pPr algn="l">
              <a:defRPr sz="1650" b="1">
                <a:solidFill>
                  <a:srgbClr val="1D7A5C"/>
                </a:solidFill>
              </a:defRPr>
            </a:lvl2pPr>
            <a:lvl3pPr algn="l">
              <a:defRPr sz="1650" b="1">
                <a:solidFill>
                  <a:srgbClr val="1D7A5C"/>
                </a:solidFill>
              </a:defRPr>
            </a:lvl3pPr>
            <a:lvl4pPr algn="l">
              <a:defRPr sz="1650" b="1">
                <a:solidFill>
                  <a:srgbClr val="1D7A5C"/>
                </a:solidFill>
              </a:defRPr>
            </a:lvl4pPr>
            <a:lvl5pPr algn="l">
              <a:defRPr sz="1650" b="1">
                <a:solidFill>
                  <a:srgbClr val="1D7A5C"/>
                </a:solidFill>
              </a:defRPr>
            </a:lvl5pPr>
            <a:lvl6pPr algn="l">
              <a:defRPr sz="1650" b="1">
                <a:solidFill>
                  <a:srgbClr val="1D7A5C"/>
                </a:solidFill>
              </a:defRPr>
            </a:lvl6pPr>
            <a:lvl7pPr algn="l">
              <a:defRPr sz="1650" b="1">
                <a:solidFill>
                  <a:srgbClr val="1D7A5C"/>
                </a:solidFill>
              </a:defRPr>
            </a:lvl7pPr>
            <a:lvl8pPr algn="l">
              <a:defRPr sz="1650" b="1">
                <a:solidFill>
                  <a:srgbClr val="1D7A5C"/>
                </a:solidFill>
              </a:defRPr>
            </a:lvl8pPr>
            <a:lvl9pPr algn="l">
              <a:defRPr sz="16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D7A5C"/>
                </a:solidFill>
              </a:defRPr>
            </a:pPr>
            <a:r>
              <a:rPr sz="1650" b="1">
                <a:solidFill>
                  <a:srgbClr val="1D7A5C"/>
                </a:solidFill>
              </a:rPr>
              <a:t>SOLID aplicado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A364B2-8EAC-49E2-B79A-E7AA4A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767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</a:defRPr>
            </a:defPPr>
            <a:lvl1pPr algn="l">
              <a:defRPr sz="1200" b="1">
                <a:solidFill>
                  <a:srgbClr val="17212B"/>
                </a:solidFill>
              </a:defRPr>
            </a:lvl1pPr>
            <a:lvl2pPr algn="l">
              <a:defRPr sz="1200" b="1">
                <a:solidFill>
                  <a:srgbClr val="17212B"/>
                </a:solidFill>
              </a:defRPr>
            </a:lvl2pPr>
            <a:lvl3pPr algn="l">
              <a:defRPr sz="1200" b="1">
                <a:solidFill>
                  <a:srgbClr val="17212B"/>
                </a:solidFill>
              </a:defRPr>
            </a:lvl3pPr>
            <a:lvl4pPr algn="l">
              <a:defRPr sz="1200" b="1">
                <a:solidFill>
                  <a:srgbClr val="17212B"/>
                </a:solidFill>
              </a:defRPr>
            </a:lvl4pPr>
            <a:lvl5pPr algn="l">
              <a:defRPr sz="1200" b="1">
                <a:solidFill>
                  <a:srgbClr val="17212B"/>
                </a:solidFill>
              </a:defRPr>
            </a:lvl5pPr>
            <a:lvl6pPr algn="l">
              <a:defRPr sz="1200" b="1">
                <a:solidFill>
                  <a:srgbClr val="17212B"/>
                </a:solidFill>
              </a:defRPr>
            </a:lvl6pPr>
            <a:lvl7pPr algn="l">
              <a:defRPr sz="1200" b="1">
                <a:solidFill>
                  <a:srgbClr val="17212B"/>
                </a:solidFill>
              </a:defRPr>
            </a:lvl7pPr>
            <a:lvl8pPr algn="l">
              <a:defRPr sz="1200" b="1">
                <a:solidFill>
                  <a:srgbClr val="17212B"/>
                </a:solidFill>
              </a:defRPr>
            </a:lvl8pPr>
            <a:lvl9pPr algn="l">
              <a:defRPr sz="120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Responsabilidad única en controladores, servicios y repositorios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28F01E-B3E5-4DF5-91AC-05CB3EF1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767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</a:defRPr>
            </a:defPPr>
            <a:lvl1pPr algn="l">
              <a:defRPr sz="1200" b="1">
                <a:solidFill>
                  <a:srgbClr val="17212B"/>
                </a:solidFill>
              </a:defRPr>
            </a:lvl1pPr>
            <a:lvl2pPr algn="l">
              <a:defRPr sz="1200" b="1">
                <a:solidFill>
                  <a:srgbClr val="17212B"/>
                </a:solidFill>
              </a:defRPr>
            </a:lvl2pPr>
            <a:lvl3pPr algn="l">
              <a:defRPr sz="1200" b="1">
                <a:solidFill>
                  <a:srgbClr val="17212B"/>
                </a:solidFill>
              </a:defRPr>
            </a:lvl3pPr>
            <a:lvl4pPr algn="l">
              <a:defRPr sz="1200" b="1">
                <a:solidFill>
                  <a:srgbClr val="17212B"/>
                </a:solidFill>
              </a:defRPr>
            </a:lvl4pPr>
            <a:lvl5pPr algn="l">
              <a:defRPr sz="1200" b="1">
                <a:solidFill>
                  <a:srgbClr val="17212B"/>
                </a:solidFill>
              </a:defRPr>
            </a:lvl5pPr>
            <a:lvl6pPr algn="l">
              <a:defRPr sz="1200" b="1">
                <a:solidFill>
                  <a:srgbClr val="17212B"/>
                </a:solidFill>
              </a:defRPr>
            </a:lvl6pPr>
            <a:lvl7pPr algn="l">
              <a:defRPr sz="1200" b="1">
                <a:solidFill>
                  <a:srgbClr val="17212B"/>
                </a:solidFill>
              </a:defRPr>
            </a:lvl7pPr>
            <a:lvl8pPr algn="l">
              <a:defRPr sz="1200" b="1">
                <a:solidFill>
                  <a:srgbClr val="17212B"/>
                </a:solidFill>
              </a:defRPr>
            </a:lvl8pPr>
            <a:lvl9pPr algn="l">
              <a:defRPr sz="120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Dependencias inyectadas por Spring para desacoplar componentes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900705-AE5B-441D-8ADD-19AEAFEC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</a:defRPr>
            </a:defPPr>
            <a:lvl1pPr algn="l">
              <a:defRPr sz="1200" b="1">
                <a:solidFill>
                  <a:srgbClr val="17212B"/>
                </a:solidFill>
              </a:defRPr>
            </a:lvl1pPr>
            <a:lvl2pPr algn="l">
              <a:defRPr sz="1200" b="1">
                <a:solidFill>
                  <a:srgbClr val="17212B"/>
                </a:solidFill>
              </a:defRPr>
            </a:lvl2pPr>
            <a:lvl3pPr algn="l">
              <a:defRPr sz="1200" b="1">
                <a:solidFill>
                  <a:srgbClr val="17212B"/>
                </a:solidFill>
              </a:defRPr>
            </a:lvl3pPr>
            <a:lvl4pPr algn="l">
              <a:defRPr sz="1200" b="1">
                <a:solidFill>
                  <a:srgbClr val="17212B"/>
                </a:solidFill>
              </a:defRPr>
            </a:lvl4pPr>
            <a:lvl5pPr algn="l">
              <a:defRPr sz="1200" b="1">
                <a:solidFill>
                  <a:srgbClr val="17212B"/>
                </a:solidFill>
              </a:defRPr>
            </a:lvl5pPr>
            <a:lvl6pPr algn="l">
              <a:defRPr sz="1200" b="1">
                <a:solidFill>
                  <a:srgbClr val="17212B"/>
                </a:solidFill>
              </a:defRPr>
            </a:lvl6pPr>
            <a:lvl7pPr algn="l">
              <a:defRPr sz="1200" b="1">
                <a:solidFill>
                  <a:srgbClr val="17212B"/>
                </a:solidFill>
              </a:defRPr>
            </a:lvl7pPr>
            <a:lvl8pPr algn="l">
              <a:defRPr sz="1200" b="1">
                <a:solidFill>
                  <a:srgbClr val="17212B"/>
                </a:solidFill>
              </a:defRPr>
            </a:lvl8pPr>
            <a:lvl9pPr algn="l">
              <a:defRPr sz="120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Interfaces de repositorio pequeñas y especializadas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AF01C7-E474-43BD-A7AB-A988D2A3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</a:defRPr>
            </a:defPPr>
            <a:lvl1pPr algn="l">
              <a:defRPr sz="1200" b="1">
                <a:solidFill>
                  <a:srgbClr val="17212B"/>
                </a:solidFill>
              </a:defRPr>
            </a:lvl1pPr>
            <a:lvl2pPr algn="l">
              <a:defRPr sz="1200" b="1">
                <a:solidFill>
                  <a:srgbClr val="17212B"/>
                </a:solidFill>
              </a:defRPr>
            </a:lvl2pPr>
            <a:lvl3pPr algn="l">
              <a:defRPr sz="1200" b="1">
                <a:solidFill>
                  <a:srgbClr val="17212B"/>
                </a:solidFill>
              </a:defRPr>
            </a:lvl3pPr>
            <a:lvl4pPr algn="l">
              <a:defRPr sz="1200" b="1">
                <a:solidFill>
                  <a:srgbClr val="17212B"/>
                </a:solidFill>
              </a:defRPr>
            </a:lvl4pPr>
            <a:lvl5pPr algn="l">
              <a:defRPr sz="1200" b="1">
                <a:solidFill>
                  <a:srgbClr val="17212B"/>
                </a:solidFill>
              </a:defRPr>
            </a:lvl5pPr>
            <a:lvl6pPr algn="l">
              <a:defRPr sz="1200" b="1">
                <a:solidFill>
                  <a:srgbClr val="17212B"/>
                </a:solidFill>
              </a:defRPr>
            </a:lvl6pPr>
            <a:lvl7pPr algn="l">
              <a:defRPr sz="1200" b="1">
                <a:solidFill>
                  <a:srgbClr val="17212B"/>
                </a:solidFill>
              </a:defRPr>
            </a:lvl7pPr>
            <a:lvl8pPr algn="l">
              <a:defRPr sz="1200" b="1">
                <a:solidFill>
                  <a:srgbClr val="17212B"/>
                </a:solidFill>
              </a:defRPr>
            </a:lvl8pPr>
            <a:lvl9pPr algn="l">
              <a:defRPr sz="120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</a:defRPr>
            </a:pPr>
            <a:r>
              <a:rPr sz="1200" b="1">
                <a:solidFill>
                  <a:srgbClr val="17212B"/>
                </a:solidFill>
              </a:rPr>
              <a:t>Servicios extensibles sin modificar el acceso a datos</a:t>
            </a:r>
          </a:p>
        </p:txBody>
      </p:sp>
    </p:spTree>
    <p:extLst>
      <p:ext uri="{BB962C8B-B14F-4D97-AF65-F5344CB8AC3E}">
        <p14:creationId xmlns:p14="http://schemas.microsoft.com/office/powerpoint/2010/main" val="530462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19AC6C-BC48-41F8-8D5F-525D6D3A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E0E0C-561B-4D2E-B1FA-86CC25B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INTERFAZ DE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D8F5E-5FB7-4119-AD8F-D239E7F1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Cobertura funcional del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F21C0-32C3-42D7-B65B-A4CF2F7C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E01AF-5791-4E03-9F67-A6A36DB6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FD167-E838-4309-9BA4-A691966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92307-EAF3-4A0E-929A-024D214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85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C6C41-469D-47CA-9277-6AB57347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F4E3B-0A89-40FA-8950-EABFC15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430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Acceso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6AA3B-6D52-4057-83E9-C6CC24B3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668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Login, roles y sesión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3D7E9-6CD7-40F2-9F42-F539D84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36372"/>
                </a:solidFill>
              </a:defRPr>
            </a:defPPr>
            <a:lvl1pPr algn="l">
              <a:defRPr sz="1200" b="0">
                <a:solidFill>
                  <a:srgbClr val="536372"/>
                </a:solidFill>
              </a:defRPr>
            </a:lvl1pPr>
            <a:lvl2pPr algn="l">
              <a:defRPr sz="1200" b="0">
                <a:solidFill>
                  <a:srgbClr val="536372"/>
                </a:solidFill>
              </a:defRPr>
            </a:lvl2pPr>
            <a:lvl3pPr algn="l">
              <a:defRPr sz="1200" b="0">
                <a:solidFill>
                  <a:srgbClr val="536372"/>
                </a:solidFill>
              </a:defRPr>
            </a:lvl3pPr>
            <a:lvl4pPr algn="l">
              <a:defRPr sz="1200" b="0">
                <a:solidFill>
                  <a:srgbClr val="536372"/>
                </a:solidFill>
              </a:defRPr>
            </a:lvl4pPr>
            <a:lvl5pPr algn="l">
              <a:defRPr sz="1200" b="0">
                <a:solidFill>
                  <a:srgbClr val="536372"/>
                </a:solidFill>
              </a:defRPr>
            </a:lvl5pPr>
            <a:lvl6pPr algn="l">
              <a:defRPr sz="1200" b="0">
                <a:solidFill>
                  <a:srgbClr val="536372"/>
                </a:solidFill>
              </a:defRPr>
            </a:lvl6pPr>
            <a:lvl7pPr algn="l">
              <a:defRPr sz="1200" b="0">
                <a:solidFill>
                  <a:srgbClr val="536372"/>
                </a:solidFill>
              </a:defRPr>
            </a:lvl7pPr>
            <a:lvl8pPr algn="l">
              <a:defRPr sz="1200" b="0">
                <a:solidFill>
                  <a:srgbClr val="536372"/>
                </a:solidFill>
              </a:defRPr>
            </a:lvl8pPr>
            <a:lvl9pPr algn="l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ADMIN | COORDINADOR | ALMACEN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6B34-B3BB-4EE8-A9AA-B9074456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085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A0BC3-3B31-4376-9E28-885B7DFF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75C78-3E25-4BEF-BB5F-82F68E02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860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8121E-98B7-4FEA-9D7A-05722581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98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Clientes, catálogo y cotizaciones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97CE7-5400-4ECC-84F2-371CD43C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982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36372"/>
                </a:solidFill>
              </a:defRPr>
            </a:defPPr>
            <a:lvl1pPr algn="l">
              <a:defRPr sz="1200" b="0">
                <a:solidFill>
                  <a:srgbClr val="536372"/>
                </a:solidFill>
              </a:defRPr>
            </a:lvl1pPr>
            <a:lvl2pPr algn="l">
              <a:defRPr sz="1200" b="0">
                <a:solidFill>
                  <a:srgbClr val="536372"/>
                </a:solidFill>
              </a:defRPr>
            </a:lvl2pPr>
            <a:lvl3pPr algn="l">
              <a:defRPr sz="1200" b="0">
                <a:solidFill>
                  <a:srgbClr val="536372"/>
                </a:solidFill>
              </a:defRPr>
            </a:lvl3pPr>
            <a:lvl4pPr algn="l">
              <a:defRPr sz="1200" b="0">
                <a:solidFill>
                  <a:srgbClr val="536372"/>
                </a:solidFill>
              </a:defRPr>
            </a:lvl4pPr>
            <a:lvl5pPr algn="l">
              <a:defRPr sz="1200" b="0">
                <a:solidFill>
                  <a:srgbClr val="536372"/>
                </a:solidFill>
              </a:defRPr>
            </a:lvl5pPr>
            <a:lvl6pPr algn="l">
              <a:defRPr sz="1200" b="0">
                <a:solidFill>
                  <a:srgbClr val="536372"/>
                </a:solidFill>
              </a:defRPr>
            </a:lvl6pPr>
            <a:lvl7pPr algn="l">
              <a:defRPr sz="1200" b="0">
                <a:solidFill>
                  <a:srgbClr val="536372"/>
                </a:solidFill>
              </a:defRPr>
            </a:lvl7pPr>
            <a:lvl8pPr algn="l">
              <a:defRPr sz="1200" b="0">
                <a:solidFill>
                  <a:srgbClr val="536372"/>
                </a:solidFill>
              </a:defRPr>
            </a:lvl8pPr>
            <a:lvl9pPr algn="l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Crear, editar, aprobar y convertir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34817-4BA5-4076-B7F2-4F47F4D8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85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A2B4E-32BA-4797-844A-5ABE7263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63FB2-286B-4B28-98BB-E2F4CB6E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289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Operación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59296-37A9-4A28-AAB6-612C083B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527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Eventos, calendario y alertas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CF179-3848-4693-975C-C7A35055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36372"/>
                </a:solidFill>
              </a:defRPr>
            </a:defPPr>
            <a:lvl1pPr algn="l">
              <a:defRPr sz="1200" b="0">
                <a:solidFill>
                  <a:srgbClr val="536372"/>
                </a:solidFill>
              </a:defRPr>
            </a:lvl1pPr>
            <a:lvl2pPr algn="l">
              <a:defRPr sz="1200" b="0">
                <a:solidFill>
                  <a:srgbClr val="536372"/>
                </a:solidFill>
              </a:defRPr>
            </a:lvl2pPr>
            <a:lvl3pPr algn="l">
              <a:defRPr sz="1200" b="0">
                <a:solidFill>
                  <a:srgbClr val="536372"/>
                </a:solidFill>
              </a:defRPr>
            </a:lvl3pPr>
            <a:lvl4pPr algn="l">
              <a:defRPr sz="1200" b="0">
                <a:solidFill>
                  <a:srgbClr val="536372"/>
                </a:solidFill>
              </a:defRPr>
            </a:lvl4pPr>
            <a:lvl5pPr algn="l">
              <a:defRPr sz="1200" b="0">
                <a:solidFill>
                  <a:srgbClr val="536372"/>
                </a:solidFill>
              </a:defRPr>
            </a:lvl5pPr>
            <a:lvl6pPr algn="l">
              <a:defRPr sz="1200" b="0">
                <a:solidFill>
                  <a:srgbClr val="536372"/>
                </a:solidFill>
              </a:defRPr>
            </a:lvl6pPr>
            <a:lvl7pPr algn="l">
              <a:defRPr sz="1200" b="0">
                <a:solidFill>
                  <a:srgbClr val="536372"/>
                </a:solidFill>
              </a:defRPr>
            </a:lvl7pPr>
            <a:lvl8pPr algn="l">
              <a:defRPr sz="1200" b="0">
                <a:solidFill>
                  <a:srgbClr val="536372"/>
                </a:solidFill>
              </a:defRPr>
            </a:lvl8pPr>
            <a:lvl9pPr algn="l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Planificar y controlar cada servicio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FA72E-9A06-40E5-BA31-136F03A2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85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F78D9-CC75-49AB-AAEA-2F5764B2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9E0C2-2CA4-484F-95CB-364088B6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71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Almacén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E73D3-90D1-489E-8D29-F387D407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957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Insumos, stock y movimientos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FD474-4B32-47E0-A5C5-AC04A494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36372"/>
                </a:solidFill>
              </a:defRPr>
            </a:defPPr>
            <a:lvl1pPr algn="l">
              <a:defRPr sz="1200" b="0">
                <a:solidFill>
                  <a:srgbClr val="536372"/>
                </a:solidFill>
              </a:defRPr>
            </a:lvl1pPr>
            <a:lvl2pPr algn="l">
              <a:defRPr sz="1200" b="0">
                <a:solidFill>
                  <a:srgbClr val="536372"/>
                </a:solidFill>
              </a:defRPr>
            </a:lvl2pPr>
            <a:lvl3pPr algn="l">
              <a:defRPr sz="1200" b="0">
                <a:solidFill>
                  <a:srgbClr val="536372"/>
                </a:solidFill>
              </a:defRPr>
            </a:lvl3pPr>
            <a:lvl4pPr algn="l">
              <a:defRPr sz="1200" b="0">
                <a:solidFill>
                  <a:srgbClr val="536372"/>
                </a:solidFill>
              </a:defRPr>
            </a:lvl4pPr>
            <a:lvl5pPr algn="l">
              <a:defRPr sz="1200" b="0">
                <a:solidFill>
                  <a:srgbClr val="536372"/>
                </a:solidFill>
              </a:defRPr>
            </a:lvl5pPr>
            <a:lvl6pPr algn="l">
              <a:defRPr sz="1200" b="0">
                <a:solidFill>
                  <a:srgbClr val="536372"/>
                </a:solidFill>
              </a:defRPr>
            </a:lvl6pPr>
            <a:lvl7pPr algn="l">
              <a:defRPr sz="1200" b="0">
                <a:solidFill>
                  <a:srgbClr val="536372"/>
                </a:solidFill>
              </a:defRPr>
            </a:lvl7pPr>
            <a:lvl8pPr algn="l">
              <a:defRPr sz="1200" b="0">
                <a:solidFill>
                  <a:srgbClr val="536372"/>
                </a:solidFill>
              </a:defRPr>
            </a:lvl8pPr>
            <a:lvl9pPr algn="l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Entradas, salidas y trazabilidad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255D2-06DF-475B-A5D5-CE6B6DD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85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956BD0-6305-4F7B-A194-933DA4A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8333A-7420-4C7D-978E-28DF8C59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Finanzas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42B3B-DD7F-4D89-A79D-6979EFA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386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Pagos, saldos y reportes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A1DC0-D16E-48B9-B704-54C9BC5C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3867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36372"/>
                </a:solidFill>
              </a:defRPr>
            </a:defPPr>
            <a:lvl1pPr algn="l">
              <a:defRPr sz="1200" b="0">
                <a:solidFill>
                  <a:srgbClr val="536372"/>
                </a:solidFill>
              </a:defRPr>
            </a:lvl1pPr>
            <a:lvl2pPr algn="l">
              <a:defRPr sz="1200" b="0">
                <a:solidFill>
                  <a:srgbClr val="536372"/>
                </a:solidFill>
              </a:defRPr>
            </a:lvl2pPr>
            <a:lvl3pPr algn="l">
              <a:defRPr sz="1200" b="0">
                <a:solidFill>
                  <a:srgbClr val="536372"/>
                </a:solidFill>
              </a:defRPr>
            </a:lvl3pPr>
            <a:lvl4pPr algn="l">
              <a:defRPr sz="1200" b="0">
                <a:solidFill>
                  <a:srgbClr val="536372"/>
                </a:solidFill>
              </a:defRPr>
            </a:lvl4pPr>
            <a:lvl5pPr algn="l">
              <a:defRPr sz="1200" b="0">
                <a:solidFill>
                  <a:srgbClr val="536372"/>
                </a:solidFill>
              </a:defRPr>
            </a:lvl5pPr>
            <a:lvl6pPr algn="l">
              <a:defRPr sz="1200" b="0">
                <a:solidFill>
                  <a:srgbClr val="536372"/>
                </a:solidFill>
              </a:defRPr>
            </a:lvl6pPr>
            <a:lvl7pPr algn="l">
              <a:defRPr sz="1200" b="0">
                <a:solidFill>
                  <a:srgbClr val="536372"/>
                </a:solidFill>
              </a:defRPr>
            </a:lvl7pPr>
            <a:lvl8pPr algn="l">
              <a:defRPr sz="1200" b="0">
                <a:solidFill>
                  <a:srgbClr val="536372"/>
                </a:solidFill>
              </a:defRPr>
            </a:lvl8pPr>
            <a:lvl9pPr algn="l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Registrar, calcular y exportar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80C3B-4CDA-48C5-8447-E7AA38B8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858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52899-40FB-4939-AD51-24187226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33DAB7-DB3B-4E1E-8ED7-12884890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57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Administración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0D88E3-8240-4BA8-8119-EB8DDCC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Usuarios y auditoría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034C88-F107-4217-A5D2-797AFC6A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36372"/>
                </a:solidFill>
              </a:defRPr>
            </a:defPPr>
            <a:lvl1pPr algn="l">
              <a:defRPr sz="1200" b="0">
                <a:solidFill>
                  <a:srgbClr val="536372"/>
                </a:solidFill>
              </a:defRPr>
            </a:lvl1pPr>
            <a:lvl2pPr algn="l">
              <a:defRPr sz="1200" b="0">
                <a:solidFill>
                  <a:srgbClr val="536372"/>
                </a:solidFill>
              </a:defRPr>
            </a:lvl2pPr>
            <a:lvl3pPr algn="l">
              <a:defRPr sz="1200" b="0">
                <a:solidFill>
                  <a:srgbClr val="536372"/>
                </a:solidFill>
              </a:defRPr>
            </a:lvl3pPr>
            <a:lvl4pPr algn="l">
              <a:defRPr sz="1200" b="0">
                <a:solidFill>
                  <a:srgbClr val="536372"/>
                </a:solidFill>
              </a:defRPr>
            </a:lvl4pPr>
            <a:lvl5pPr algn="l">
              <a:defRPr sz="1200" b="0">
                <a:solidFill>
                  <a:srgbClr val="536372"/>
                </a:solidFill>
              </a:defRPr>
            </a:lvl5pPr>
            <a:lvl6pPr algn="l">
              <a:defRPr sz="1200" b="0">
                <a:solidFill>
                  <a:srgbClr val="536372"/>
                </a:solidFill>
              </a:defRPr>
            </a:lvl6pPr>
            <a:lvl7pPr algn="l">
              <a:defRPr sz="1200" b="0">
                <a:solidFill>
                  <a:srgbClr val="536372"/>
                </a:solidFill>
              </a:defRPr>
            </a:lvl7pPr>
            <a:lvl8pPr algn="l">
              <a:defRPr sz="1200" b="0">
                <a:solidFill>
                  <a:srgbClr val="536372"/>
                </a:solidFill>
              </a:defRPr>
            </a:lvl8pPr>
            <a:lvl9pPr algn="l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Permisos y registro de acciones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781FF9-01FB-42BB-8797-2881B99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769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D7A5C"/>
                </a:solidFill>
              </a:defRPr>
            </a:defPPr>
            <a:lvl1pPr algn="ctr">
              <a:defRPr sz="1350" b="1">
                <a:solidFill>
                  <a:srgbClr val="1D7A5C"/>
                </a:solidFill>
              </a:defRPr>
            </a:lvl1pPr>
            <a:lvl2pPr algn="ctr">
              <a:defRPr sz="1350" b="1">
                <a:solidFill>
                  <a:srgbClr val="1D7A5C"/>
                </a:solidFill>
              </a:defRPr>
            </a:lvl2pPr>
            <a:lvl3pPr algn="ctr">
              <a:defRPr sz="1350" b="1">
                <a:solidFill>
                  <a:srgbClr val="1D7A5C"/>
                </a:solidFill>
              </a:defRPr>
            </a:lvl3pPr>
            <a:lvl4pPr algn="ctr">
              <a:defRPr sz="1350" b="1">
                <a:solidFill>
                  <a:srgbClr val="1D7A5C"/>
                </a:solidFill>
              </a:defRPr>
            </a:lvl4pPr>
            <a:lvl5pPr algn="ctr">
              <a:defRPr sz="1350" b="1">
                <a:solidFill>
                  <a:srgbClr val="1D7A5C"/>
                </a:solidFill>
              </a:defRPr>
            </a:lvl5pPr>
            <a:lvl6pPr algn="ctr">
              <a:defRPr sz="1350" b="1">
                <a:solidFill>
                  <a:srgbClr val="1D7A5C"/>
                </a:solidFill>
              </a:defRPr>
            </a:lvl6pPr>
            <a:lvl7pPr algn="ctr">
              <a:defRPr sz="1350" b="1">
                <a:solidFill>
                  <a:srgbClr val="1D7A5C"/>
                </a:solidFill>
              </a:defRPr>
            </a:lvl7pPr>
            <a:lvl8pPr algn="ctr">
              <a:defRPr sz="1350" b="1">
                <a:solidFill>
                  <a:srgbClr val="1D7A5C"/>
                </a:solidFill>
              </a:defRPr>
            </a:lvl8pPr>
            <a:lvl9pPr algn="ctr">
              <a:defRPr sz="13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7A5C"/>
                </a:solidFill>
              </a:defRPr>
            </a:pPr>
            <a:r>
              <a:rPr sz="1350" b="1">
                <a:solidFill>
                  <a:srgbClr val="1D7A5C"/>
                </a:solidFill>
              </a:rPr>
              <a:t>Resultado: el prototipo implementado cubre el flujo comprometido de extremo a extremo.</a:t>
            </a:r>
          </a:p>
        </p:txBody>
      </p:sp>
    </p:spTree>
    <p:extLst>
      <p:ext uri="{BB962C8B-B14F-4D97-AF65-F5344CB8AC3E}">
        <p14:creationId xmlns:p14="http://schemas.microsoft.com/office/powerpoint/2010/main" val="1966574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41D23B-3514-441F-82F6-6E2008A1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A06F6-F767-4A2E-9C1D-28CF1CAC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6C0A4-AE0F-4062-B24A-658CA67A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Flujo principal del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4F3C4-4C28-4637-BE1C-C5DA9E1D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830A5-1A42-4F22-B6A1-0C68775A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8948B-04F9-431E-A14F-AFCFE440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B377E-7651-4BC9-90F5-EEEC729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654CC-714F-479C-B81E-FB85CC2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76500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817D3-D9EB-4450-AAF2-D0CC07E4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76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C94B9-F41F-4F8C-B40A-0BCDDB25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Cliente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E0E32-11D3-4514-A311-561D43EF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Registrar 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76ED0-770B-4E1F-9B3D-97A7B51C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765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6ADFA-B71D-4871-92C0-C13EB118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09800" y="3000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42204-4A8E-4B95-997E-08C2A700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860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714EA-851D-4914-917F-3C0E8B91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C66D5-97A6-43C6-B35E-28F6D395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1E16A-2E15-4364-885E-01DD50A7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000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Cotización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C9183-9A1A-4450-9803-058A6039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381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Calcular propuesta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C0CDA-1FD3-4DB8-B3F1-B2FACFAD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765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67AF1-8BBC-48C0-9917-902E2DC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3000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4BB0F-6256-4793-8F67-171FA7F7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8D69D-AC77-4096-9C69-EF89BB15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76500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9DAA4-F0D3-4747-9C0F-DBCC7969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76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E383D-0A35-4C38-8470-20510599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Aprobación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2E0B4-7E2D-43D6-948B-7924149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81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Confirmar alcance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2FB70-C6DB-4444-AD58-AF478445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765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677A6-07B3-4FDA-BB77-AC39FDB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15050" y="3000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83B527-61FB-4691-A4F5-EEB602F5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9DE376-CA3E-421F-B1D1-D51F76D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910DAE-FA22-46BE-952B-C62A122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23014C-3979-4FDC-969C-C8825E02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0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Evento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5717E-22DF-4360-8CE2-26AF13FB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81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Programar servicio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251A8-82F1-4FF1-A1D3-666370F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765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519E6-9A11-4B3B-B335-CA044C8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67675" y="3000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BD26C8-D76C-498F-8382-4467A3E0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36DDC6-8E73-4ED0-99A2-F2E62D22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76500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7B0845-F8A0-4814-A24D-4EBB744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76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781485-5870-4B79-9787-86A58155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Pago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D358A7-8F11-4799-8FFA-D28DAC53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81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Actualizar saldo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74CE85-7372-4398-89B8-4D95D8F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7657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142FBA-FBE4-429D-92F6-AB22BBD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20300" y="3000375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6C0E70-7E97-4562-9623-E7AD2E5C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860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9F2FCF-D76B-4A5A-A4EF-152974CA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476500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42016C-2EB8-4C50-ACAE-362B88AF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76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E4C0BE-827E-49C6-907D-FFB948F9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00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Reporte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EB66D-CC61-4DBA-9500-2C6EFDC4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81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536372"/>
                </a:solidFill>
              </a:defRPr>
            </a:defPPr>
            <a:lvl1pPr algn="ctr">
              <a:defRPr sz="1125" b="0">
                <a:solidFill>
                  <a:srgbClr val="536372"/>
                </a:solidFill>
              </a:defRPr>
            </a:lvl1pPr>
            <a:lvl2pPr algn="ctr">
              <a:defRPr sz="1125" b="0">
                <a:solidFill>
                  <a:srgbClr val="536372"/>
                </a:solidFill>
              </a:defRPr>
            </a:lvl2pPr>
            <a:lvl3pPr algn="ctr">
              <a:defRPr sz="1125" b="0">
                <a:solidFill>
                  <a:srgbClr val="536372"/>
                </a:solidFill>
              </a:defRPr>
            </a:lvl3pPr>
            <a:lvl4pPr algn="ctr">
              <a:defRPr sz="1125" b="0">
                <a:solidFill>
                  <a:srgbClr val="536372"/>
                </a:solidFill>
              </a:defRPr>
            </a:lvl4pPr>
            <a:lvl5pPr algn="ctr">
              <a:defRPr sz="1125" b="0">
                <a:solidFill>
                  <a:srgbClr val="536372"/>
                </a:solidFill>
              </a:defRPr>
            </a:lvl5pPr>
            <a:lvl6pPr algn="ctr">
              <a:defRPr sz="1125" b="0">
                <a:solidFill>
                  <a:srgbClr val="536372"/>
                </a:solidFill>
              </a:defRPr>
            </a:lvl6pPr>
            <a:lvl7pPr algn="ctr">
              <a:defRPr sz="1125" b="0">
                <a:solidFill>
                  <a:srgbClr val="536372"/>
                </a:solidFill>
              </a:defRPr>
            </a:lvl7pPr>
            <a:lvl8pPr algn="ctr">
              <a:defRPr sz="1125" b="0">
                <a:solidFill>
                  <a:srgbClr val="536372"/>
                </a:solidFill>
              </a:defRPr>
            </a:lvl8pPr>
            <a:lvl9pPr algn="ctr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Exportar evidencia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317A93-1017-4D13-9873-809BFC5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659928-085A-4CF2-8475-ACEB9F99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D7A5C"/>
                </a:solidFill>
              </a:defRPr>
            </a:defPPr>
            <a:lvl1pPr algn="ctr">
              <a:defRPr sz="1575" b="1">
                <a:solidFill>
                  <a:srgbClr val="1D7A5C"/>
                </a:solidFill>
              </a:defRPr>
            </a:lvl1pPr>
            <a:lvl2pPr algn="ctr">
              <a:defRPr sz="1575" b="1">
                <a:solidFill>
                  <a:srgbClr val="1D7A5C"/>
                </a:solidFill>
              </a:defRPr>
            </a:lvl2pPr>
            <a:lvl3pPr algn="ctr">
              <a:defRPr sz="1575" b="1">
                <a:solidFill>
                  <a:srgbClr val="1D7A5C"/>
                </a:solidFill>
              </a:defRPr>
            </a:lvl3pPr>
            <a:lvl4pPr algn="ctr">
              <a:defRPr sz="1575" b="1">
                <a:solidFill>
                  <a:srgbClr val="1D7A5C"/>
                </a:solidFill>
              </a:defRPr>
            </a:lvl4pPr>
            <a:lvl5pPr algn="ctr">
              <a:defRPr sz="1575" b="1">
                <a:solidFill>
                  <a:srgbClr val="1D7A5C"/>
                </a:solidFill>
              </a:defRPr>
            </a:lvl5pPr>
            <a:lvl6pPr algn="ctr">
              <a:defRPr sz="1575" b="1">
                <a:solidFill>
                  <a:srgbClr val="1D7A5C"/>
                </a:solidFill>
              </a:defRPr>
            </a:lvl6pPr>
            <a:lvl7pPr algn="ctr">
              <a:defRPr sz="1575" b="1">
                <a:solidFill>
                  <a:srgbClr val="1D7A5C"/>
                </a:solidFill>
              </a:defRPr>
            </a:lvl7pPr>
            <a:lvl8pPr algn="ctr">
              <a:defRPr sz="1575" b="1">
                <a:solidFill>
                  <a:srgbClr val="1D7A5C"/>
                </a:solidFill>
              </a:defRPr>
            </a:lvl8pPr>
            <a:lvl9pPr algn="ctr">
              <a:defRPr sz="15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D7A5C"/>
                </a:solidFill>
              </a:defRPr>
            </a:pPr>
            <a:r>
              <a:rPr sz="1575" b="1">
                <a:solidFill>
                  <a:srgbClr val="1D7A5C"/>
                </a:solidFill>
              </a:rPr>
              <a:t>Cada transición conserva identificadores, estados y trazabilidad en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857585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9F7E3C-B383-4961-A06C-EC40609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8F5B8-20BF-4657-8A02-9A4A256E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CRITERIO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26ED1-A64B-447E-BF24-EF7E24CE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Recursos Java aplicados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31800-94EE-4F14-B565-45F51CC1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28BD2-4549-4472-892F-1F07DD8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56F34-D14D-43D7-988F-8B4CB5C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0D0A4-BF49-489B-9184-1D0F431F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571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9AA0D-29A5-477B-9790-F29B649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51672-354B-4419-AB0F-3EA18CD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478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2563EB"/>
                </a:solidFill>
              </a:defRPr>
            </a:defPPr>
            <a:lvl1pPr algn="ctr">
              <a:defRPr sz="1875" b="1">
                <a:solidFill>
                  <a:srgbClr val="2563EB"/>
                </a:solidFill>
              </a:defRPr>
            </a:lvl1pPr>
            <a:lvl2pPr algn="ctr">
              <a:defRPr sz="1875" b="1">
                <a:solidFill>
                  <a:srgbClr val="2563EB"/>
                </a:solidFill>
              </a:defRPr>
            </a:lvl2pPr>
            <a:lvl3pPr algn="ctr">
              <a:defRPr sz="1875" b="1">
                <a:solidFill>
                  <a:srgbClr val="2563EB"/>
                </a:solidFill>
              </a:defRPr>
            </a:lvl3pPr>
            <a:lvl4pPr algn="ctr">
              <a:defRPr sz="1875" b="1">
                <a:solidFill>
                  <a:srgbClr val="2563EB"/>
                </a:solidFill>
              </a:defRPr>
            </a:lvl4pPr>
            <a:lvl5pPr algn="ctr">
              <a:defRPr sz="1875" b="1">
                <a:solidFill>
                  <a:srgbClr val="2563EB"/>
                </a:solidFill>
              </a:defRPr>
            </a:lvl5pPr>
            <a:lvl6pPr algn="ctr">
              <a:defRPr sz="1875" b="1">
                <a:solidFill>
                  <a:srgbClr val="2563EB"/>
                </a:solidFill>
              </a:defRPr>
            </a:lvl6pPr>
            <a:lvl7pPr algn="ctr">
              <a:defRPr sz="1875" b="1">
                <a:solidFill>
                  <a:srgbClr val="2563EB"/>
                </a:solidFill>
              </a:defRPr>
            </a:lvl7pPr>
            <a:lvl8pPr algn="ctr">
              <a:defRPr sz="1875" b="1">
                <a:solidFill>
                  <a:srgbClr val="2563EB"/>
                </a:solidFill>
              </a:defRPr>
            </a:lvl8pPr>
            <a:lvl9pPr algn="ctr">
              <a:defRPr sz="1875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Guava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305D2-9EE2-4D8F-8955-2F0D59F8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57475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Listas inmutables y precondiciones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30AD7-75D3-42C8-B3AA-FFD90A7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83879-D36E-4090-B79B-B6E315CD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100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36372"/>
                </a:solidFill>
              </a:defRPr>
            </a:defPPr>
            <a:lvl1pPr algn="ctr">
              <a:defRPr sz="1200" b="0">
                <a:solidFill>
                  <a:srgbClr val="536372"/>
                </a:solidFill>
              </a:defRPr>
            </a:lvl1pPr>
            <a:lvl2pPr algn="ctr">
              <a:defRPr sz="1200" b="0">
                <a:solidFill>
                  <a:srgbClr val="536372"/>
                </a:solidFill>
              </a:defRPr>
            </a:lvl2pPr>
            <a:lvl3pPr algn="ctr">
              <a:defRPr sz="1200" b="0">
                <a:solidFill>
                  <a:srgbClr val="536372"/>
                </a:solidFill>
              </a:defRPr>
            </a:lvl3pPr>
            <a:lvl4pPr algn="ctr">
              <a:defRPr sz="1200" b="0">
                <a:solidFill>
                  <a:srgbClr val="536372"/>
                </a:solidFill>
              </a:defRPr>
            </a:lvl4pPr>
            <a:lvl5pPr algn="ctr">
              <a:defRPr sz="1200" b="0">
                <a:solidFill>
                  <a:srgbClr val="536372"/>
                </a:solidFill>
              </a:defRPr>
            </a:lvl5pPr>
            <a:lvl6pPr algn="ctr">
              <a:defRPr sz="1200" b="0">
                <a:solidFill>
                  <a:srgbClr val="536372"/>
                </a:solidFill>
              </a:defRPr>
            </a:lvl6pPr>
            <a:lvl7pPr algn="ctr">
              <a:defRPr sz="1200" b="0">
                <a:solidFill>
                  <a:srgbClr val="536372"/>
                </a:solidFill>
              </a:defRPr>
            </a:lvl7pPr>
            <a:lvl8pPr algn="ctr">
              <a:defRPr sz="1200" b="0">
                <a:solidFill>
                  <a:srgbClr val="536372"/>
                </a:solidFill>
              </a:defRPr>
            </a:lvl8pPr>
            <a:lvl9pPr algn="ctr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Control de entradas y estructura segura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AE17E-FF39-4432-A160-8809E490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2571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76114-7337-4BFC-9810-48AAA2D2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B0B62-968D-4D10-84CA-A3739E3A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478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D7A5C"/>
                </a:solidFill>
              </a:defRPr>
            </a:defPPr>
            <a:lvl1pPr algn="ctr">
              <a:defRPr sz="1875" b="1">
                <a:solidFill>
                  <a:srgbClr val="1D7A5C"/>
                </a:solidFill>
              </a:defRPr>
            </a:lvl1pPr>
            <a:lvl2pPr algn="ctr">
              <a:defRPr sz="1875" b="1">
                <a:solidFill>
                  <a:srgbClr val="1D7A5C"/>
                </a:solidFill>
              </a:defRPr>
            </a:lvl2pPr>
            <a:lvl3pPr algn="ctr">
              <a:defRPr sz="1875" b="1">
                <a:solidFill>
                  <a:srgbClr val="1D7A5C"/>
                </a:solidFill>
              </a:defRPr>
            </a:lvl3pPr>
            <a:lvl4pPr algn="ctr">
              <a:defRPr sz="1875" b="1">
                <a:solidFill>
                  <a:srgbClr val="1D7A5C"/>
                </a:solidFill>
              </a:defRPr>
            </a:lvl4pPr>
            <a:lvl5pPr algn="ctr">
              <a:defRPr sz="1875" b="1">
                <a:solidFill>
                  <a:srgbClr val="1D7A5C"/>
                </a:solidFill>
              </a:defRPr>
            </a:lvl5pPr>
            <a:lvl6pPr algn="ctr">
              <a:defRPr sz="1875" b="1">
                <a:solidFill>
                  <a:srgbClr val="1D7A5C"/>
                </a:solidFill>
              </a:defRPr>
            </a:lvl6pPr>
            <a:lvl7pPr algn="ctr">
              <a:defRPr sz="1875" b="1">
                <a:solidFill>
                  <a:srgbClr val="1D7A5C"/>
                </a:solidFill>
              </a:defRPr>
            </a:lvl7pPr>
            <a:lvl8pPr algn="ctr">
              <a:defRPr sz="1875" b="1">
                <a:solidFill>
                  <a:srgbClr val="1D7A5C"/>
                </a:solidFill>
              </a:defRPr>
            </a:lvl8pPr>
            <a:lvl9pPr algn="ctr">
              <a:defRPr sz="18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D7A5C"/>
                </a:solidFill>
              </a:defRPr>
            </a:pPr>
            <a:r>
              <a:rPr sz="1875" b="1">
                <a:solidFill>
                  <a:srgbClr val="1D7A5C"/>
                </a:solidFill>
              </a:rPr>
              <a:t>Apache POI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E8B2F-1352-4239-B957-EAD5E0E4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57475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Creación de archivos XLSX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92DC8-D84E-41C7-A9CD-DC6AC04F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71875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7E26D-80F3-4F08-94A4-31AEF89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100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36372"/>
                </a:solidFill>
              </a:defRPr>
            </a:defPPr>
            <a:lvl1pPr algn="ctr">
              <a:defRPr sz="1200" b="0">
                <a:solidFill>
                  <a:srgbClr val="536372"/>
                </a:solidFill>
              </a:defRPr>
            </a:lvl1pPr>
            <a:lvl2pPr algn="ctr">
              <a:defRPr sz="1200" b="0">
                <a:solidFill>
                  <a:srgbClr val="536372"/>
                </a:solidFill>
              </a:defRPr>
            </a:lvl2pPr>
            <a:lvl3pPr algn="ctr">
              <a:defRPr sz="1200" b="0">
                <a:solidFill>
                  <a:srgbClr val="536372"/>
                </a:solidFill>
              </a:defRPr>
            </a:lvl3pPr>
            <a:lvl4pPr algn="ctr">
              <a:defRPr sz="1200" b="0">
                <a:solidFill>
                  <a:srgbClr val="536372"/>
                </a:solidFill>
              </a:defRPr>
            </a:lvl4pPr>
            <a:lvl5pPr algn="ctr">
              <a:defRPr sz="1200" b="0">
                <a:solidFill>
                  <a:srgbClr val="536372"/>
                </a:solidFill>
              </a:defRPr>
            </a:lvl5pPr>
            <a:lvl6pPr algn="ctr">
              <a:defRPr sz="1200" b="0">
                <a:solidFill>
                  <a:srgbClr val="536372"/>
                </a:solidFill>
              </a:defRPr>
            </a:lvl6pPr>
            <a:lvl7pPr algn="ctr">
              <a:defRPr sz="1200" b="0">
                <a:solidFill>
                  <a:srgbClr val="536372"/>
                </a:solidFill>
              </a:defRPr>
            </a:lvl7pPr>
            <a:lvl8pPr algn="ctr">
              <a:defRPr sz="1200" b="0">
                <a:solidFill>
                  <a:srgbClr val="536372"/>
                </a:solidFill>
              </a:defRPr>
            </a:lvl8pPr>
            <a:lvl9pPr algn="ctr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Reporte de eventos descargable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64C42-C63E-4ECB-B22E-CE0017D8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2571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9FA00-12EE-47FA-830A-A91C6255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157734-FC66-40B4-8EC1-735215D9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478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D08A22"/>
                </a:solidFill>
              </a:defRPr>
            </a:defPPr>
            <a:lvl1pPr algn="ctr">
              <a:defRPr sz="1875" b="1">
                <a:solidFill>
                  <a:srgbClr val="D08A22"/>
                </a:solidFill>
              </a:defRPr>
            </a:lvl1pPr>
            <a:lvl2pPr algn="ctr">
              <a:defRPr sz="1875" b="1">
                <a:solidFill>
                  <a:srgbClr val="D08A22"/>
                </a:solidFill>
              </a:defRPr>
            </a:lvl2pPr>
            <a:lvl3pPr algn="ctr">
              <a:defRPr sz="1875" b="1">
                <a:solidFill>
                  <a:srgbClr val="D08A22"/>
                </a:solidFill>
              </a:defRPr>
            </a:lvl3pPr>
            <a:lvl4pPr algn="ctr">
              <a:defRPr sz="1875" b="1">
                <a:solidFill>
                  <a:srgbClr val="D08A22"/>
                </a:solidFill>
              </a:defRPr>
            </a:lvl4pPr>
            <a:lvl5pPr algn="ctr">
              <a:defRPr sz="1875" b="1">
                <a:solidFill>
                  <a:srgbClr val="D08A22"/>
                </a:solidFill>
              </a:defRPr>
            </a:lvl5pPr>
            <a:lvl6pPr algn="ctr">
              <a:defRPr sz="1875" b="1">
                <a:solidFill>
                  <a:srgbClr val="D08A22"/>
                </a:solidFill>
              </a:defRPr>
            </a:lvl6pPr>
            <a:lvl7pPr algn="ctr">
              <a:defRPr sz="1875" b="1">
                <a:solidFill>
                  <a:srgbClr val="D08A22"/>
                </a:solidFill>
              </a:defRPr>
            </a:lvl7pPr>
            <a:lvl8pPr algn="ctr">
              <a:defRPr sz="1875" b="1">
                <a:solidFill>
                  <a:srgbClr val="D08A22"/>
                </a:solidFill>
              </a:defRPr>
            </a:lvl8pPr>
            <a:lvl9pPr algn="ctr">
              <a:defRPr sz="1875" b="1">
                <a:solidFill>
                  <a:srgbClr val="D08A22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08A22"/>
                </a:solidFill>
              </a:defRPr>
            </a:pPr>
            <a:r>
              <a:rPr sz="1875" b="1">
                <a:solidFill>
                  <a:srgbClr val="D08A22"/>
                </a:solidFill>
              </a:rPr>
              <a:t>Apache Commons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DCD9B-7D4B-4153-9BCA-355A8BD7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57475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Normalización de cadenas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9F9D7-FF67-4E3F-99A8-79B4F2CC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EDC3B-779F-4D41-9CD0-5FA5A4A3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8100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36372"/>
                </a:solidFill>
              </a:defRPr>
            </a:defPPr>
            <a:lvl1pPr algn="ctr">
              <a:defRPr sz="1200" b="0">
                <a:solidFill>
                  <a:srgbClr val="536372"/>
                </a:solidFill>
              </a:defRPr>
            </a:lvl1pPr>
            <a:lvl2pPr algn="ctr">
              <a:defRPr sz="1200" b="0">
                <a:solidFill>
                  <a:srgbClr val="536372"/>
                </a:solidFill>
              </a:defRPr>
            </a:lvl2pPr>
            <a:lvl3pPr algn="ctr">
              <a:defRPr sz="1200" b="0">
                <a:solidFill>
                  <a:srgbClr val="536372"/>
                </a:solidFill>
              </a:defRPr>
            </a:lvl3pPr>
            <a:lvl4pPr algn="ctr">
              <a:defRPr sz="1200" b="0">
                <a:solidFill>
                  <a:srgbClr val="536372"/>
                </a:solidFill>
              </a:defRPr>
            </a:lvl4pPr>
            <a:lvl5pPr algn="ctr">
              <a:defRPr sz="1200" b="0">
                <a:solidFill>
                  <a:srgbClr val="536372"/>
                </a:solidFill>
              </a:defRPr>
            </a:lvl5pPr>
            <a:lvl6pPr algn="ctr">
              <a:defRPr sz="1200" b="0">
                <a:solidFill>
                  <a:srgbClr val="536372"/>
                </a:solidFill>
              </a:defRPr>
            </a:lvl6pPr>
            <a:lvl7pPr algn="ctr">
              <a:defRPr sz="1200" b="0">
                <a:solidFill>
                  <a:srgbClr val="536372"/>
                </a:solidFill>
              </a:defRPr>
            </a:lvl7pPr>
            <a:lvl8pPr algn="ctr">
              <a:defRPr sz="1200" b="0">
                <a:solidFill>
                  <a:srgbClr val="536372"/>
                </a:solidFill>
              </a:defRPr>
            </a:lvl8pPr>
            <a:lvl9pPr algn="ctr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Datos consistentes en la exportación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985F7-0165-49D9-848B-D8D5312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571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E38C5-C871-424F-9244-C55902BD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B74C1A-276D-487E-BC6A-C2C127E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478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</a:defRPr>
            </a:defPPr>
            <a:lvl1pPr algn="ctr">
              <a:defRPr sz="1875" b="1">
                <a:solidFill>
                  <a:srgbClr val="102A43"/>
                </a:solidFill>
              </a:defRPr>
            </a:lvl1pPr>
            <a:lvl2pPr algn="ctr">
              <a:defRPr sz="1875" b="1">
                <a:solidFill>
                  <a:srgbClr val="102A43"/>
                </a:solidFill>
              </a:defRPr>
            </a:lvl2pPr>
            <a:lvl3pPr algn="ctr">
              <a:defRPr sz="1875" b="1">
                <a:solidFill>
                  <a:srgbClr val="102A43"/>
                </a:solidFill>
              </a:defRPr>
            </a:lvl3pPr>
            <a:lvl4pPr algn="ctr">
              <a:defRPr sz="1875" b="1">
                <a:solidFill>
                  <a:srgbClr val="102A43"/>
                </a:solidFill>
              </a:defRPr>
            </a:lvl4pPr>
            <a:lvl5pPr algn="ctr">
              <a:defRPr sz="1875" b="1">
                <a:solidFill>
                  <a:srgbClr val="102A43"/>
                </a:solidFill>
              </a:defRPr>
            </a:lvl5pPr>
            <a:lvl6pPr algn="ctr">
              <a:defRPr sz="1875" b="1">
                <a:solidFill>
                  <a:srgbClr val="102A43"/>
                </a:solidFill>
              </a:defRPr>
            </a:lvl6pPr>
            <a:lvl7pPr algn="ctr">
              <a:defRPr sz="1875" b="1">
                <a:solidFill>
                  <a:srgbClr val="102A43"/>
                </a:solidFill>
              </a:defRPr>
            </a:lvl7pPr>
            <a:lvl8pPr algn="ctr">
              <a:defRPr sz="1875" b="1">
                <a:solidFill>
                  <a:srgbClr val="102A43"/>
                </a:solidFill>
              </a:defRPr>
            </a:lvl8pPr>
            <a:lvl9pPr algn="ctr"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Logback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79D36-79C9-4611-90F0-D41E6C91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57475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Registro estructurado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739F7C-633E-475D-8E6A-DB67B74D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71875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B4FBB-2AF6-431D-A2EE-E15E0D8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8100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536372"/>
                </a:solidFill>
              </a:defRPr>
            </a:defPPr>
            <a:lvl1pPr algn="ctr">
              <a:defRPr sz="1200" b="0">
                <a:solidFill>
                  <a:srgbClr val="536372"/>
                </a:solidFill>
              </a:defRPr>
            </a:lvl1pPr>
            <a:lvl2pPr algn="ctr">
              <a:defRPr sz="1200" b="0">
                <a:solidFill>
                  <a:srgbClr val="536372"/>
                </a:solidFill>
              </a:defRPr>
            </a:lvl2pPr>
            <a:lvl3pPr algn="ctr">
              <a:defRPr sz="1200" b="0">
                <a:solidFill>
                  <a:srgbClr val="536372"/>
                </a:solidFill>
              </a:defRPr>
            </a:lvl3pPr>
            <a:lvl4pPr algn="ctr">
              <a:defRPr sz="1200" b="0">
                <a:solidFill>
                  <a:srgbClr val="536372"/>
                </a:solidFill>
              </a:defRPr>
            </a:lvl4pPr>
            <a:lvl5pPr algn="ctr">
              <a:defRPr sz="1200" b="0">
                <a:solidFill>
                  <a:srgbClr val="536372"/>
                </a:solidFill>
              </a:defRPr>
            </a:lvl5pPr>
            <a:lvl6pPr algn="ctr">
              <a:defRPr sz="1200" b="0">
                <a:solidFill>
                  <a:srgbClr val="536372"/>
                </a:solidFill>
              </a:defRPr>
            </a:lvl6pPr>
            <a:lvl7pPr algn="ctr">
              <a:defRPr sz="1200" b="0">
                <a:solidFill>
                  <a:srgbClr val="536372"/>
                </a:solidFill>
              </a:defRPr>
            </a:lvl7pPr>
            <a:lvl8pPr algn="ctr">
              <a:defRPr sz="1200" b="0">
                <a:solidFill>
                  <a:srgbClr val="536372"/>
                </a:solidFill>
              </a:defRPr>
            </a:lvl8pPr>
            <a:lvl9pPr algn="ctr">
              <a:defRPr sz="1200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36372"/>
                </a:solidFill>
              </a:defRPr>
            </a:pPr>
            <a:r>
              <a:rPr sz="1200" b="0">
                <a:solidFill>
                  <a:srgbClr val="536372"/>
                </a:solidFill>
              </a:rPr>
              <a:t>Trazabilidad sin exponer datos sensibles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62DDEC-10AF-4E84-8CE5-FD1653A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86400"/>
            <a:ext cx="6096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BAAFC-F712-4E62-868A-0CB732DF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864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Las cuatro bibliotecas están declaradas en Maven y usadas por el código</a:t>
            </a:r>
          </a:p>
        </p:txBody>
      </p:sp>
    </p:spTree>
    <p:extLst>
      <p:ext uri="{BB962C8B-B14F-4D97-AF65-F5344CB8AC3E}">
        <p14:creationId xmlns:p14="http://schemas.microsoft.com/office/powerpoint/2010/main" val="993278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DEE41-E35E-41CA-9A08-A58C97AC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610A4-C4CB-4052-B6E9-673960EA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EVIDENCIA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FE389-0C91-40DB-BBB3-3F0F2408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Reporte Excel integrado al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8C067-7247-4296-8696-715DA9B8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49D2D-69CB-4FCE-A34C-F893B9B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C15BB-0293-4D2B-8246-4DB0889A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14A23-0DEB-4AFD-A52F-07EEDAAA77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5e9329384463a"/>
          <a:stretch xmlns:a="http://schemas.openxmlformats.org/drawingml/2006/main"/>
        </p:blipFill>
        <p:spPr>
          <a:xfrm xmlns:a="http://schemas.openxmlformats.org/drawingml/2006/main">
            <a:off x="1640627" y="1571625"/>
            <a:ext cx="5348396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2411D-7440-4876-9E45-DE27B0C6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3095625" cy="40481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17913-CC53-40FA-99E0-4401502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Qué demuestra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4B6E1-3CC5-417D-9D18-4B084751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DB329-34DA-4AC9-A328-27BEE4B1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B66EF-8CEF-494A-97CA-295E982B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76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Endpoint protegido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2C386-7E7F-4FD4-ADD7-C6400A10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D0FB4-ED7A-4947-984C-017883D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0F0A1-2795-4530-BBF7-60AC0E4D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480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Archivo XLSX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B77CD-AE8E-43FE-90DA-E117F62C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7FB2F-D98B-4099-ABE4-735D2B2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65852-B320-4525-894E-A1B057A2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9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Datos de eventos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F301D-96B4-4ABC-9337-5234F103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4523D-86EE-4257-A01B-95D60A7C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8252A-6A3F-467A-BAFA-BE514ECA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910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Formato y filtros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4F004-7A02-4586-A635-6194BC9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476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CAF86-B2DB-4200-A199-0FB4DB2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720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E244F-0612-4E7A-9886-B4BF63C3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625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Registro en Logback</a:t>
            </a:r>
          </a:p>
        </p:txBody>
      </p:sp>
    </p:spTree>
    <p:extLst>
      <p:ext uri="{BB962C8B-B14F-4D97-AF65-F5344CB8AC3E}">
        <p14:creationId xmlns:p14="http://schemas.microsoft.com/office/powerpoint/2010/main" val="314936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CE7E56-6338-4526-9876-D23DB73D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37594-35F9-4A51-A504-680E51F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544CB-519D-45C0-807C-D9FAEBE1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TDD, pruebas y cobertura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191BE-B6A1-4367-AE51-A1C92065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EBC30-7F78-4BDE-A3BA-1F009D4C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8B55E-FA93-4BBB-8266-E59E1902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5E7EF-429E-4DD5-AB17-DF81321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C48A5-6194-4ABB-AB57-4BA2154D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2405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8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7A63D-0DE5-40EB-B5AC-F7CE2D15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24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CEEA7-DC28-4FDF-B4E5-C724B0B2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</a:defRPr>
            </a:defPPr>
            <a:lvl1pPr algn="ctr">
              <a:defRPr sz="1575" b="1">
                <a:solidFill>
                  <a:srgbClr val="102A43"/>
                </a:solidFill>
              </a:defRPr>
            </a:lvl1pPr>
            <a:lvl2pPr algn="ctr">
              <a:defRPr sz="1575" b="1">
                <a:solidFill>
                  <a:srgbClr val="102A43"/>
                </a:solidFill>
              </a:defRPr>
            </a:lvl2pPr>
            <a:lvl3pPr algn="ctr">
              <a:defRPr sz="1575" b="1">
                <a:solidFill>
                  <a:srgbClr val="102A43"/>
                </a:solidFill>
              </a:defRPr>
            </a:lvl3pPr>
            <a:lvl4pPr algn="ctr">
              <a:defRPr sz="1575" b="1">
                <a:solidFill>
                  <a:srgbClr val="102A43"/>
                </a:solidFill>
              </a:defRPr>
            </a:lvl4pPr>
            <a:lvl5pPr algn="ctr">
              <a:defRPr sz="1575" b="1">
                <a:solidFill>
                  <a:srgbClr val="102A43"/>
                </a:solidFill>
              </a:defRPr>
            </a:lvl5pPr>
            <a:lvl6pPr algn="ctr">
              <a:defRPr sz="1575" b="1">
                <a:solidFill>
                  <a:srgbClr val="102A43"/>
                </a:solidFill>
              </a:defRPr>
            </a:lvl6pPr>
            <a:lvl7pPr algn="ctr">
              <a:defRPr sz="1575" b="1">
                <a:solidFill>
                  <a:srgbClr val="102A43"/>
                </a:solidFill>
              </a:defRPr>
            </a:lvl7pPr>
            <a:lvl8pPr algn="ctr">
              <a:defRPr sz="1575" b="1">
                <a:solidFill>
                  <a:srgbClr val="102A43"/>
                </a:solidFill>
              </a:defRPr>
            </a:lvl8pPr>
            <a:lvl9pPr algn="ctr"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Primero se escribió la prueba del reporte Excel.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AC017-004D-45A7-92B2-433C7B21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36372"/>
                </a:solidFill>
              </a:defRPr>
            </a:defPPr>
            <a:lvl1pPr algn="ctr">
              <a:defRPr sz="1275" b="0">
                <a:solidFill>
                  <a:srgbClr val="536372"/>
                </a:solidFill>
              </a:defRPr>
            </a:lvl1pPr>
            <a:lvl2pPr algn="ctr">
              <a:defRPr sz="1275" b="0">
                <a:solidFill>
                  <a:srgbClr val="536372"/>
                </a:solidFill>
              </a:defRPr>
            </a:lvl2pPr>
            <a:lvl3pPr algn="ctr">
              <a:defRPr sz="1275" b="0">
                <a:solidFill>
                  <a:srgbClr val="536372"/>
                </a:solidFill>
              </a:defRPr>
            </a:lvl3pPr>
            <a:lvl4pPr algn="ctr">
              <a:defRPr sz="1275" b="0">
                <a:solidFill>
                  <a:srgbClr val="536372"/>
                </a:solidFill>
              </a:defRPr>
            </a:lvl4pPr>
            <a:lvl5pPr algn="ctr">
              <a:defRPr sz="1275" b="0">
                <a:solidFill>
                  <a:srgbClr val="536372"/>
                </a:solidFill>
              </a:defRPr>
            </a:lvl5pPr>
            <a:lvl6pPr algn="ctr">
              <a:defRPr sz="1275" b="0">
                <a:solidFill>
                  <a:srgbClr val="536372"/>
                </a:solidFill>
              </a:defRPr>
            </a:lvl6pPr>
            <a:lvl7pPr algn="ctr">
              <a:defRPr sz="1275" b="0">
                <a:solidFill>
                  <a:srgbClr val="536372"/>
                </a:solidFill>
              </a:defRPr>
            </a:lvl7pPr>
            <a:lvl8pPr algn="ctr">
              <a:defRPr sz="1275" b="0">
                <a:solidFill>
                  <a:srgbClr val="536372"/>
                </a:solidFill>
              </a:defRPr>
            </a:lvl8pPr>
            <a:lvl9pPr algn="ctr">
              <a:defRPr sz="127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36372"/>
                </a:solidFill>
              </a:defRPr>
            </a:pPr>
            <a:r>
              <a:rPr sz="1275" b="0">
                <a:solidFill>
                  <a:srgbClr val="536372"/>
                </a:solidFill>
              </a:rPr>
              <a:t>La compilación falló porque ExcelReportService todavía no existía.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720F9-B490-42D5-A0CF-7BC50FA9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B84545"/>
                </a:solidFill>
              </a:defRPr>
            </a:defPPr>
            <a:lvl1pPr algn="ctr">
              <a:defRPr sz="1050" b="1">
                <a:solidFill>
                  <a:srgbClr val="B84545"/>
                </a:solidFill>
              </a:defRPr>
            </a:lvl1pPr>
            <a:lvl2pPr algn="ctr">
              <a:defRPr sz="1050" b="1">
                <a:solidFill>
                  <a:srgbClr val="B84545"/>
                </a:solidFill>
              </a:defRPr>
            </a:lvl2pPr>
            <a:lvl3pPr algn="ctr">
              <a:defRPr sz="1050" b="1">
                <a:solidFill>
                  <a:srgbClr val="B84545"/>
                </a:solidFill>
              </a:defRPr>
            </a:lvl3pPr>
            <a:lvl4pPr algn="ctr">
              <a:defRPr sz="1050" b="1">
                <a:solidFill>
                  <a:srgbClr val="B84545"/>
                </a:solidFill>
              </a:defRPr>
            </a:lvl4pPr>
            <a:lvl5pPr algn="ctr">
              <a:defRPr sz="1050" b="1">
                <a:solidFill>
                  <a:srgbClr val="B84545"/>
                </a:solidFill>
              </a:defRPr>
            </a:lvl5pPr>
            <a:lvl6pPr algn="ctr">
              <a:defRPr sz="1050" b="1">
                <a:solidFill>
                  <a:srgbClr val="B84545"/>
                </a:solidFill>
              </a:defRPr>
            </a:lvl6pPr>
            <a:lvl7pPr algn="ctr">
              <a:defRPr sz="1050" b="1">
                <a:solidFill>
                  <a:srgbClr val="B84545"/>
                </a:solidFill>
              </a:defRPr>
            </a:lvl7pPr>
            <a:lvl8pPr algn="ctr">
              <a:defRPr sz="1050" b="1">
                <a:solidFill>
                  <a:srgbClr val="B84545"/>
                </a:solidFill>
              </a:defRPr>
            </a:lvl8pPr>
            <a:lvl9pPr algn="ctr">
              <a:defRPr sz="1050" b="1">
                <a:solidFill>
                  <a:srgbClr val="B84545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B84545"/>
                </a:solidFill>
              </a:defRPr>
            </a:pPr>
            <a:r>
              <a:rPr sz="1050" b="1">
                <a:solidFill>
                  <a:srgbClr val="B84545"/>
                </a:solidFill>
              </a:rPr>
              <a:t>Evidencia: tdd-red.txt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B6216-975F-4D4A-8231-48C71348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847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AABA8-C6DA-4E2D-97F4-606DB25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323850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78F89-9FB8-4759-907C-0EA63645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1925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5BF25-1D0A-4312-8A8D-5DB5CAD4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09BA0-62C9-4B43-9BB1-9956CA9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8495F-9B8C-4A54-A986-A60D5929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</a:defRPr>
            </a:defPPr>
            <a:lvl1pPr algn="ctr">
              <a:defRPr sz="1575" b="1">
                <a:solidFill>
                  <a:srgbClr val="102A43"/>
                </a:solidFill>
              </a:defRPr>
            </a:lvl1pPr>
            <a:lvl2pPr algn="ctr">
              <a:defRPr sz="1575" b="1">
                <a:solidFill>
                  <a:srgbClr val="102A43"/>
                </a:solidFill>
              </a:defRPr>
            </a:lvl2pPr>
            <a:lvl3pPr algn="ctr">
              <a:defRPr sz="1575" b="1">
                <a:solidFill>
                  <a:srgbClr val="102A43"/>
                </a:solidFill>
              </a:defRPr>
            </a:lvl3pPr>
            <a:lvl4pPr algn="ctr">
              <a:defRPr sz="1575" b="1">
                <a:solidFill>
                  <a:srgbClr val="102A43"/>
                </a:solidFill>
              </a:defRPr>
            </a:lvl4pPr>
            <a:lvl5pPr algn="ctr">
              <a:defRPr sz="1575" b="1">
                <a:solidFill>
                  <a:srgbClr val="102A43"/>
                </a:solidFill>
              </a:defRPr>
            </a:lvl5pPr>
            <a:lvl6pPr algn="ctr">
              <a:defRPr sz="1575" b="1">
                <a:solidFill>
                  <a:srgbClr val="102A43"/>
                </a:solidFill>
              </a:defRPr>
            </a:lvl6pPr>
            <a:lvl7pPr algn="ctr">
              <a:defRPr sz="1575" b="1">
                <a:solidFill>
                  <a:srgbClr val="102A43"/>
                </a:solidFill>
              </a:defRPr>
            </a:lvl7pPr>
            <a:lvl8pPr algn="ctr">
              <a:defRPr sz="1575" b="1">
                <a:solidFill>
                  <a:srgbClr val="102A43"/>
                </a:solidFill>
              </a:defRPr>
            </a:lvl8pPr>
            <a:lvl9pPr algn="ctr"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Después se implementó el servicio y el endpoint.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A9E43-CAB7-43F0-A1FE-32B9A92A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0">
                <a:solidFill>
                  <a:srgbClr val="536372"/>
                </a:solidFill>
              </a:defRPr>
            </a:defPPr>
            <a:lvl1pPr algn="ctr">
              <a:defRPr sz="1275" b="0">
                <a:solidFill>
                  <a:srgbClr val="536372"/>
                </a:solidFill>
              </a:defRPr>
            </a:lvl1pPr>
            <a:lvl2pPr algn="ctr">
              <a:defRPr sz="1275" b="0">
                <a:solidFill>
                  <a:srgbClr val="536372"/>
                </a:solidFill>
              </a:defRPr>
            </a:lvl2pPr>
            <a:lvl3pPr algn="ctr">
              <a:defRPr sz="1275" b="0">
                <a:solidFill>
                  <a:srgbClr val="536372"/>
                </a:solidFill>
              </a:defRPr>
            </a:lvl3pPr>
            <a:lvl4pPr algn="ctr">
              <a:defRPr sz="1275" b="0">
                <a:solidFill>
                  <a:srgbClr val="536372"/>
                </a:solidFill>
              </a:defRPr>
            </a:lvl4pPr>
            <a:lvl5pPr algn="ctr">
              <a:defRPr sz="1275" b="0">
                <a:solidFill>
                  <a:srgbClr val="536372"/>
                </a:solidFill>
              </a:defRPr>
            </a:lvl5pPr>
            <a:lvl6pPr algn="ctr">
              <a:defRPr sz="1275" b="0">
                <a:solidFill>
                  <a:srgbClr val="536372"/>
                </a:solidFill>
              </a:defRPr>
            </a:lvl6pPr>
            <a:lvl7pPr algn="ctr">
              <a:defRPr sz="1275" b="0">
                <a:solidFill>
                  <a:srgbClr val="536372"/>
                </a:solidFill>
              </a:defRPr>
            </a:lvl7pPr>
            <a:lvl8pPr algn="ctr">
              <a:defRPr sz="1275" b="0">
                <a:solidFill>
                  <a:srgbClr val="536372"/>
                </a:solidFill>
              </a:defRPr>
            </a:lvl8pPr>
            <a:lvl9pPr algn="ctr">
              <a:defRPr sz="127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36372"/>
                </a:solidFill>
              </a:defRPr>
            </a:pPr>
            <a:r>
              <a:rPr sz="1275" b="0">
                <a:solidFill>
                  <a:srgbClr val="536372"/>
                </a:solidFill>
              </a:rPr>
              <a:t>Las pruebas unitarias e integrales comprobaron el archivo generado.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5789E-3181-4154-BDB4-7B1D4AAD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Evidencia: tdd-green.txt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32B1A-DCF8-4469-AF5A-733EABD2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667000" cy="3429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236CD-8614-47A5-9E6A-C9C8BFA4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09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</a:defRPr>
            </a:defPPr>
            <a:lvl1pPr algn="ctr">
              <a:defRPr sz="4350" b="1">
                <a:solidFill>
                  <a:srgbClr val="FFFFFF"/>
                </a:solidFill>
              </a:defRPr>
            </a:lvl1pPr>
            <a:lvl2pPr algn="ctr">
              <a:defRPr sz="4350" b="1">
                <a:solidFill>
                  <a:srgbClr val="FFFFFF"/>
                </a:solidFill>
              </a:defRPr>
            </a:lvl2pPr>
            <a:lvl3pPr algn="ctr">
              <a:defRPr sz="4350" b="1">
                <a:solidFill>
                  <a:srgbClr val="FFFFFF"/>
                </a:solidFill>
              </a:defRPr>
            </a:lvl3pPr>
            <a:lvl4pPr algn="ctr">
              <a:defRPr sz="4350" b="1">
                <a:solidFill>
                  <a:srgbClr val="FFFFFF"/>
                </a:solidFill>
              </a:defRPr>
            </a:lvl4pPr>
            <a:lvl5pPr algn="ctr">
              <a:defRPr sz="4350" b="1">
                <a:solidFill>
                  <a:srgbClr val="FFFFFF"/>
                </a:solidFill>
              </a:defRPr>
            </a:lvl5pPr>
            <a:lvl6pPr algn="ctr">
              <a:defRPr sz="4350" b="1">
                <a:solidFill>
                  <a:srgbClr val="FFFFFF"/>
                </a:solidFill>
              </a:defRPr>
            </a:lvl6pPr>
            <a:lvl7pPr algn="ctr">
              <a:defRPr sz="4350" b="1">
                <a:solidFill>
                  <a:srgbClr val="FFFFFF"/>
                </a:solidFill>
              </a:defRPr>
            </a:lvl7pPr>
            <a:lvl8pPr algn="ctr">
              <a:defRPr sz="4350" b="1">
                <a:solidFill>
                  <a:srgbClr val="FFFFFF"/>
                </a:solidFill>
              </a:defRPr>
            </a:lvl8pPr>
            <a:lvl9pPr algn="ctr"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FD3EA-2529-46F3-B108-E5861651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pruebas aprobadas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8FCEF-2DB9-4F5E-B6C9-186DE956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A7E4CF"/>
                </a:solidFill>
              </a:defRPr>
            </a:defPPr>
            <a:lvl1pPr algn="ctr">
              <a:defRPr sz="2700" b="1">
                <a:solidFill>
                  <a:srgbClr val="A7E4CF"/>
                </a:solidFill>
              </a:defRPr>
            </a:lvl1pPr>
            <a:lvl2pPr algn="ctr">
              <a:defRPr sz="2700" b="1">
                <a:solidFill>
                  <a:srgbClr val="A7E4CF"/>
                </a:solidFill>
              </a:defRPr>
            </a:lvl2pPr>
            <a:lvl3pPr algn="ctr">
              <a:defRPr sz="2700" b="1">
                <a:solidFill>
                  <a:srgbClr val="A7E4CF"/>
                </a:solidFill>
              </a:defRPr>
            </a:lvl3pPr>
            <a:lvl4pPr algn="ctr">
              <a:defRPr sz="2700" b="1">
                <a:solidFill>
                  <a:srgbClr val="A7E4CF"/>
                </a:solidFill>
              </a:defRPr>
            </a:lvl4pPr>
            <a:lvl5pPr algn="ctr">
              <a:defRPr sz="2700" b="1">
                <a:solidFill>
                  <a:srgbClr val="A7E4CF"/>
                </a:solidFill>
              </a:defRPr>
            </a:lvl5pPr>
            <a:lvl6pPr algn="ctr">
              <a:defRPr sz="2700" b="1">
                <a:solidFill>
                  <a:srgbClr val="A7E4CF"/>
                </a:solidFill>
              </a:defRPr>
            </a:lvl6pPr>
            <a:lvl7pPr algn="ctr">
              <a:defRPr sz="2700" b="1">
                <a:solidFill>
                  <a:srgbClr val="A7E4CF"/>
                </a:solidFill>
              </a:defRPr>
            </a:lvl7pPr>
            <a:lvl8pPr algn="ctr">
              <a:defRPr sz="2700" b="1">
                <a:solidFill>
                  <a:srgbClr val="A7E4CF"/>
                </a:solidFill>
              </a:defRPr>
            </a:lvl8pPr>
            <a:lvl9pPr algn="ctr">
              <a:defRPr sz="2700" b="1">
                <a:solidFill>
                  <a:srgbClr val="A7E4CF"/>
                </a:solidFill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A7E4CF"/>
                </a:solidFill>
              </a:defRPr>
            </a:pPr>
            <a:r>
              <a:rPr sz="2700" b="1">
                <a:solidFill>
                  <a:srgbClr val="A7E4CF"/>
                </a:solidFill>
              </a:rPr>
              <a:t>82.8 %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92016-F1C4-4622-96E1-1E3CE280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DDE9F3"/>
                </a:solidFill>
              </a:defRPr>
            </a:defPPr>
            <a:lvl1pPr algn="ctr">
              <a:defRPr sz="1200" b="1">
                <a:solidFill>
                  <a:srgbClr val="DDE9F3"/>
                </a:solidFill>
              </a:defRPr>
            </a:lvl1pPr>
            <a:lvl2pPr algn="ctr">
              <a:defRPr sz="1200" b="1">
                <a:solidFill>
                  <a:srgbClr val="DDE9F3"/>
                </a:solidFill>
              </a:defRPr>
            </a:lvl2pPr>
            <a:lvl3pPr algn="ctr">
              <a:defRPr sz="1200" b="1">
                <a:solidFill>
                  <a:srgbClr val="DDE9F3"/>
                </a:solidFill>
              </a:defRPr>
            </a:lvl3pPr>
            <a:lvl4pPr algn="ctr">
              <a:defRPr sz="1200" b="1">
                <a:solidFill>
                  <a:srgbClr val="DDE9F3"/>
                </a:solidFill>
              </a:defRPr>
            </a:lvl4pPr>
            <a:lvl5pPr algn="ctr">
              <a:defRPr sz="1200" b="1">
                <a:solidFill>
                  <a:srgbClr val="DDE9F3"/>
                </a:solidFill>
              </a:defRPr>
            </a:lvl5pPr>
            <a:lvl6pPr algn="ctr">
              <a:defRPr sz="1200" b="1">
                <a:solidFill>
                  <a:srgbClr val="DDE9F3"/>
                </a:solidFill>
              </a:defRPr>
            </a:lvl6pPr>
            <a:lvl7pPr algn="ctr">
              <a:defRPr sz="1200" b="1">
                <a:solidFill>
                  <a:srgbClr val="DDE9F3"/>
                </a:solidFill>
              </a:defRPr>
            </a:lvl7pPr>
            <a:lvl8pPr algn="ctr">
              <a:defRPr sz="1200" b="1">
                <a:solidFill>
                  <a:srgbClr val="DDE9F3"/>
                </a:solidFill>
              </a:defRPr>
            </a:lvl8pPr>
            <a:lvl9pPr algn="ctr">
              <a:defRPr sz="1200" b="1">
                <a:solidFill>
                  <a:srgbClr val="DDE9F3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DDE9F3"/>
                </a:solidFill>
              </a:defRPr>
            </a:pPr>
            <a:r>
              <a:rPr sz="1200" b="1">
                <a:solidFill>
                  <a:srgbClr val="DDE9F3"/>
                </a:solidFill>
              </a:rPr>
              <a:t>cobertura de instrucciones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81D45-6AD1-4673-9EB0-0E0389D0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505450"/>
            <a:ext cx="5048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B1C76-EC3F-4540-AE4E-C4FFCDC2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505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</a:defRPr>
            </a:defPPr>
            <a:lvl1pPr algn="ctr">
              <a:defRPr sz="1050" b="1">
                <a:solidFill>
                  <a:srgbClr val="102A43"/>
                </a:solidFill>
              </a:defRPr>
            </a:lvl1pPr>
            <a:lvl2pPr algn="ctr">
              <a:defRPr sz="1050" b="1">
                <a:solidFill>
                  <a:srgbClr val="102A43"/>
                </a:solidFill>
              </a:defRPr>
            </a:lvl2pPr>
            <a:lvl3pPr algn="ctr">
              <a:defRPr sz="1050" b="1">
                <a:solidFill>
                  <a:srgbClr val="102A43"/>
                </a:solidFill>
              </a:defRPr>
            </a:lvl3pPr>
            <a:lvl4pPr algn="ctr">
              <a:defRPr sz="1050" b="1">
                <a:solidFill>
                  <a:srgbClr val="102A43"/>
                </a:solidFill>
              </a:defRPr>
            </a:lvl4pPr>
            <a:lvl5pPr algn="ctr">
              <a:defRPr sz="1050" b="1">
                <a:solidFill>
                  <a:srgbClr val="102A43"/>
                </a:solidFill>
              </a:defRPr>
            </a:lvl5pPr>
            <a:lvl6pPr algn="ctr">
              <a:defRPr sz="1050" b="1">
                <a:solidFill>
                  <a:srgbClr val="102A43"/>
                </a:solidFill>
              </a:defRPr>
            </a:lvl6pPr>
            <a:lvl7pPr algn="ctr">
              <a:defRPr sz="1050" b="1">
                <a:solidFill>
                  <a:srgbClr val="102A43"/>
                </a:solidFill>
              </a:defRPr>
            </a:lvl7pPr>
            <a:lvl8pPr algn="ctr">
              <a:defRPr sz="1050" b="1">
                <a:solidFill>
                  <a:srgbClr val="102A43"/>
                </a:solidFill>
              </a:defRPr>
            </a:lvl8pPr>
            <a:lvl9pPr algn="ctr"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Maven + JUnit + JaCoCo</a:t>
            </a:r>
          </a:p>
        </p:txBody>
      </p:sp>
    </p:spTree>
    <p:extLst>
      <p:ext uri="{BB962C8B-B14F-4D97-AF65-F5344CB8AC3E}">
        <p14:creationId xmlns:p14="http://schemas.microsoft.com/office/powerpoint/2010/main" val="1058904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22D19-5D37-48C7-AB99-41C092AB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81A51-C67C-4CEA-8969-098C244D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BUENAS PRÁCTICAS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7E488-2068-46BF-B4ED-B9B24AF9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Seguridad, auditoría y versionamiento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0D9CC-EE57-4B25-9EF3-EF1ECF31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3E68C-4E3F-4D1A-ADD3-25120C48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64DD7-70EF-43A7-A595-F11F4A7B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A7BE9-FE69-4D89-84C1-AD39B15A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528637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40180-C5E0-4F7E-B88E-2027CCA2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D7A5C"/>
                </a:solidFill>
              </a:defRPr>
            </a:defPPr>
            <a:lvl1pPr algn="l">
              <a:defRPr sz="1875" b="1">
                <a:solidFill>
                  <a:srgbClr val="1D7A5C"/>
                </a:solidFill>
              </a:defRPr>
            </a:lvl1pPr>
            <a:lvl2pPr algn="l">
              <a:defRPr sz="1875" b="1">
                <a:solidFill>
                  <a:srgbClr val="1D7A5C"/>
                </a:solidFill>
              </a:defRPr>
            </a:lvl2pPr>
            <a:lvl3pPr algn="l">
              <a:defRPr sz="1875" b="1">
                <a:solidFill>
                  <a:srgbClr val="1D7A5C"/>
                </a:solidFill>
              </a:defRPr>
            </a:lvl3pPr>
            <a:lvl4pPr algn="l">
              <a:defRPr sz="1875" b="1">
                <a:solidFill>
                  <a:srgbClr val="1D7A5C"/>
                </a:solidFill>
              </a:defRPr>
            </a:lvl4pPr>
            <a:lvl5pPr algn="l">
              <a:defRPr sz="1875" b="1">
                <a:solidFill>
                  <a:srgbClr val="1D7A5C"/>
                </a:solidFill>
              </a:defRPr>
            </a:lvl5pPr>
            <a:lvl6pPr algn="l">
              <a:defRPr sz="1875" b="1">
                <a:solidFill>
                  <a:srgbClr val="1D7A5C"/>
                </a:solidFill>
              </a:defRPr>
            </a:lvl6pPr>
            <a:lvl7pPr algn="l">
              <a:defRPr sz="1875" b="1">
                <a:solidFill>
                  <a:srgbClr val="1D7A5C"/>
                </a:solidFill>
              </a:defRPr>
            </a:lvl7pPr>
            <a:lvl8pPr algn="l">
              <a:defRPr sz="1875" b="1">
                <a:solidFill>
                  <a:srgbClr val="1D7A5C"/>
                </a:solidFill>
              </a:defRPr>
            </a:lvl8pPr>
            <a:lvl9pPr algn="l">
              <a:defRPr sz="18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D7A5C"/>
                </a:solidFill>
              </a:defRPr>
            </a:pPr>
            <a:r>
              <a:rPr sz="1875" b="1">
                <a:solidFill>
                  <a:srgbClr val="1D7A5C"/>
                </a:solidFill>
              </a:rPr>
              <a:t>Seguridad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0341E-960D-4651-B141-3C9924AE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A3A56-747B-46D5-93D1-A43F1360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655C8-5A4F-4C94-819D-231B6634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4125"/>
            <a:ext cx="3838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</a:defRPr>
            </a:defPPr>
            <a:lvl1pPr algn="l">
              <a:defRPr sz="1425" b="1">
                <a:solidFill>
                  <a:srgbClr val="102A43"/>
                </a:solidFill>
              </a:defRPr>
            </a:lvl1pPr>
            <a:lvl2pPr algn="l">
              <a:defRPr sz="1425" b="1">
                <a:solidFill>
                  <a:srgbClr val="102A43"/>
                </a:solidFill>
              </a:defRPr>
            </a:lvl2pPr>
            <a:lvl3pPr algn="l">
              <a:defRPr sz="1425" b="1">
                <a:solidFill>
                  <a:srgbClr val="102A43"/>
                </a:solidFill>
              </a:defRPr>
            </a:lvl3pPr>
            <a:lvl4pPr algn="l">
              <a:defRPr sz="1425" b="1">
                <a:solidFill>
                  <a:srgbClr val="102A43"/>
                </a:solidFill>
              </a:defRPr>
            </a:lvl4pPr>
            <a:lvl5pPr algn="l">
              <a:defRPr sz="1425" b="1">
                <a:solidFill>
                  <a:srgbClr val="102A43"/>
                </a:solidFill>
              </a:defRPr>
            </a:lvl5pPr>
            <a:lvl6pPr algn="l">
              <a:defRPr sz="1425" b="1">
                <a:solidFill>
                  <a:srgbClr val="102A43"/>
                </a:solidFill>
              </a:defRPr>
            </a:lvl6pPr>
            <a:lvl7pPr algn="l">
              <a:defRPr sz="1425" b="1">
                <a:solidFill>
                  <a:srgbClr val="102A43"/>
                </a:solidFill>
              </a:defRPr>
            </a:lvl7pPr>
            <a:lvl8pPr algn="l">
              <a:defRPr sz="1425" b="1">
                <a:solidFill>
                  <a:srgbClr val="102A43"/>
                </a:solidFill>
              </a:defRPr>
            </a:lvl8pPr>
            <a:lvl9pPr algn="l"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Autenticación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8ECC5-371C-4443-A91C-55668C04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3838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36372"/>
                </a:solidFill>
              </a:defRPr>
            </a:defPPr>
            <a:lvl1pPr algn="l">
              <a:defRPr sz="1125" b="0">
                <a:solidFill>
                  <a:srgbClr val="536372"/>
                </a:solidFill>
              </a:defRPr>
            </a:lvl1pPr>
            <a:lvl2pPr algn="l">
              <a:defRPr sz="1125" b="0">
                <a:solidFill>
                  <a:srgbClr val="536372"/>
                </a:solidFill>
              </a:defRPr>
            </a:lvl2pPr>
            <a:lvl3pPr algn="l">
              <a:defRPr sz="1125" b="0">
                <a:solidFill>
                  <a:srgbClr val="536372"/>
                </a:solidFill>
              </a:defRPr>
            </a:lvl3pPr>
            <a:lvl4pPr algn="l">
              <a:defRPr sz="1125" b="0">
                <a:solidFill>
                  <a:srgbClr val="536372"/>
                </a:solidFill>
              </a:defRPr>
            </a:lvl4pPr>
            <a:lvl5pPr algn="l">
              <a:defRPr sz="1125" b="0">
                <a:solidFill>
                  <a:srgbClr val="536372"/>
                </a:solidFill>
              </a:defRPr>
            </a:lvl5pPr>
            <a:lvl6pPr algn="l">
              <a:defRPr sz="1125" b="0">
                <a:solidFill>
                  <a:srgbClr val="536372"/>
                </a:solidFill>
              </a:defRPr>
            </a:lvl6pPr>
            <a:lvl7pPr algn="l">
              <a:defRPr sz="1125" b="0">
                <a:solidFill>
                  <a:srgbClr val="536372"/>
                </a:solidFill>
              </a:defRPr>
            </a:lvl7pPr>
            <a:lvl8pPr algn="l">
              <a:defRPr sz="1125" b="0">
                <a:solidFill>
                  <a:srgbClr val="536372"/>
                </a:solidFill>
              </a:defRPr>
            </a:lvl8pPr>
            <a:lvl9pPr algn="l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Spring Security y contraseñas BCrypt.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71933-E929-4C2B-9B2F-08E043F3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BD677-EAF5-4B6D-9056-61E0DFF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26AE6-4BA4-4B14-BE11-9D9586F7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81375"/>
            <a:ext cx="3838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</a:defRPr>
            </a:defPPr>
            <a:lvl1pPr algn="l">
              <a:defRPr sz="1425" b="1">
                <a:solidFill>
                  <a:srgbClr val="102A43"/>
                </a:solidFill>
              </a:defRPr>
            </a:lvl1pPr>
            <a:lvl2pPr algn="l">
              <a:defRPr sz="1425" b="1">
                <a:solidFill>
                  <a:srgbClr val="102A43"/>
                </a:solidFill>
              </a:defRPr>
            </a:lvl2pPr>
            <a:lvl3pPr algn="l">
              <a:defRPr sz="1425" b="1">
                <a:solidFill>
                  <a:srgbClr val="102A43"/>
                </a:solidFill>
              </a:defRPr>
            </a:lvl3pPr>
            <a:lvl4pPr algn="l">
              <a:defRPr sz="1425" b="1">
                <a:solidFill>
                  <a:srgbClr val="102A43"/>
                </a:solidFill>
              </a:defRPr>
            </a:lvl4pPr>
            <a:lvl5pPr algn="l">
              <a:defRPr sz="1425" b="1">
                <a:solidFill>
                  <a:srgbClr val="102A43"/>
                </a:solidFill>
              </a:defRPr>
            </a:lvl5pPr>
            <a:lvl6pPr algn="l">
              <a:defRPr sz="1425" b="1">
                <a:solidFill>
                  <a:srgbClr val="102A43"/>
                </a:solidFill>
              </a:defRPr>
            </a:lvl6pPr>
            <a:lvl7pPr algn="l">
              <a:defRPr sz="1425" b="1">
                <a:solidFill>
                  <a:srgbClr val="102A43"/>
                </a:solidFill>
              </a:defRPr>
            </a:lvl7pPr>
            <a:lvl8pPr algn="l">
              <a:defRPr sz="1425" b="1">
                <a:solidFill>
                  <a:srgbClr val="102A43"/>
                </a:solidFill>
              </a:defRPr>
            </a:lvl8pPr>
            <a:lvl9pPr algn="l"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Autorización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E6680-647F-449C-9435-2EFFE096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67125"/>
            <a:ext cx="3838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36372"/>
                </a:solidFill>
              </a:defRPr>
            </a:defPPr>
            <a:lvl1pPr algn="l">
              <a:defRPr sz="1125" b="0">
                <a:solidFill>
                  <a:srgbClr val="536372"/>
                </a:solidFill>
              </a:defRPr>
            </a:lvl1pPr>
            <a:lvl2pPr algn="l">
              <a:defRPr sz="1125" b="0">
                <a:solidFill>
                  <a:srgbClr val="536372"/>
                </a:solidFill>
              </a:defRPr>
            </a:lvl2pPr>
            <a:lvl3pPr algn="l">
              <a:defRPr sz="1125" b="0">
                <a:solidFill>
                  <a:srgbClr val="536372"/>
                </a:solidFill>
              </a:defRPr>
            </a:lvl3pPr>
            <a:lvl4pPr algn="l">
              <a:defRPr sz="1125" b="0">
                <a:solidFill>
                  <a:srgbClr val="536372"/>
                </a:solidFill>
              </a:defRPr>
            </a:lvl4pPr>
            <a:lvl5pPr algn="l">
              <a:defRPr sz="1125" b="0">
                <a:solidFill>
                  <a:srgbClr val="536372"/>
                </a:solidFill>
              </a:defRPr>
            </a:lvl5pPr>
            <a:lvl6pPr algn="l">
              <a:defRPr sz="1125" b="0">
                <a:solidFill>
                  <a:srgbClr val="536372"/>
                </a:solidFill>
              </a:defRPr>
            </a:lvl6pPr>
            <a:lvl7pPr algn="l">
              <a:defRPr sz="1125" b="0">
                <a:solidFill>
                  <a:srgbClr val="536372"/>
                </a:solidFill>
              </a:defRPr>
            </a:lvl7pPr>
            <a:lvl8pPr algn="l">
              <a:defRPr sz="1125" b="0">
                <a:solidFill>
                  <a:srgbClr val="536372"/>
                </a:solidFill>
              </a:defRPr>
            </a:lvl8pPr>
            <a:lvl9pPr algn="l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Roles ADMIN, COORDINADOR y ALMACEN.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A3BC3-2A20-4ADA-B63D-2918F2AA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61CC3-9A06-4363-BFA9-AF52050F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AFC00-AD42-434C-A03B-E562E0B5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8625"/>
            <a:ext cx="3838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</a:defRPr>
            </a:defPPr>
            <a:lvl1pPr algn="l">
              <a:defRPr sz="1425" b="1">
                <a:solidFill>
                  <a:srgbClr val="102A43"/>
                </a:solidFill>
              </a:defRPr>
            </a:lvl1pPr>
            <a:lvl2pPr algn="l">
              <a:defRPr sz="1425" b="1">
                <a:solidFill>
                  <a:srgbClr val="102A43"/>
                </a:solidFill>
              </a:defRPr>
            </a:lvl2pPr>
            <a:lvl3pPr algn="l">
              <a:defRPr sz="1425" b="1">
                <a:solidFill>
                  <a:srgbClr val="102A43"/>
                </a:solidFill>
              </a:defRPr>
            </a:lvl3pPr>
            <a:lvl4pPr algn="l">
              <a:defRPr sz="1425" b="1">
                <a:solidFill>
                  <a:srgbClr val="102A43"/>
                </a:solidFill>
              </a:defRPr>
            </a:lvl4pPr>
            <a:lvl5pPr algn="l">
              <a:defRPr sz="1425" b="1">
                <a:solidFill>
                  <a:srgbClr val="102A43"/>
                </a:solidFill>
              </a:defRPr>
            </a:lvl5pPr>
            <a:lvl6pPr algn="l">
              <a:defRPr sz="1425" b="1">
                <a:solidFill>
                  <a:srgbClr val="102A43"/>
                </a:solidFill>
              </a:defRPr>
            </a:lvl6pPr>
            <a:lvl7pPr algn="l">
              <a:defRPr sz="1425" b="1">
                <a:solidFill>
                  <a:srgbClr val="102A43"/>
                </a:solidFill>
              </a:defRPr>
            </a:lvl7pPr>
            <a:lvl8pPr algn="l">
              <a:defRPr sz="1425" b="1">
                <a:solidFill>
                  <a:srgbClr val="102A43"/>
                </a:solidFill>
              </a:defRPr>
            </a:lvl8pPr>
            <a:lvl9pPr algn="l">
              <a:defRPr sz="14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Protección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F1002-A73E-4CA6-BCCA-CFB1C872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24375"/>
            <a:ext cx="3838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36372"/>
                </a:solidFill>
              </a:defRPr>
            </a:defPPr>
            <a:lvl1pPr algn="l">
              <a:defRPr sz="1125" b="0">
                <a:solidFill>
                  <a:srgbClr val="536372"/>
                </a:solidFill>
              </a:defRPr>
            </a:lvl1pPr>
            <a:lvl2pPr algn="l">
              <a:defRPr sz="1125" b="0">
                <a:solidFill>
                  <a:srgbClr val="536372"/>
                </a:solidFill>
              </a:defRPr>
            </a:lvl2pPr>
            <a:lvl3pPr algn="l">
              <a:defRPr sz="1125" b="0">
                <a:solidFill>
                  <a:srgbClr val="536372"/>
                </a:solidFill>
              </a:defRPr>
            </a:lvl3pPr>
            <a:lvl4pPr algn="l">
              <a:defRPr sz="1125" b="0">
                <a:solidFill>
                  <a:srgbClr val="536372"/>
                </a:solidFill>
              </a:defRPr>
            </a:lvl4pPr>
            <a:lvl5pPr algn="l">
              <a:defRPr sz="1125" b="0">
                <a:solidFill>
                  <a:srgbClr val="536372"/>
                </a:solidFill>
              </a:defRPr>
            </a:lvl5pPr>
            <a:lvl6pPr algn="l">
              <a:defRPr sz="1125" b="0">
                <a:solidFill>
                  <a:srgbClr val="536372"/>
                </a:solidFill>
              </a:defRPr>
            </a:lvl6pPr>
            <a:lvl7pPr algn="l">
              <a:defRPr sz="1125" b="0">
                <a:solidFill>
                  <a:srgbClr val="536372"/>
                </a:solidFill>
              </a:defRPr>
            </a:lvl7pPr>
            <a:lvl8pPr algn="l">
              <a:defRPr sz="1125" b="0">
                <a:solidFill>
                  <a:srgbClr val="536372"/>
                </a:solidFill>
              </a:defRPr>
            </a:lvl8pPr>
            <a:lvl9pPr algn="l">
              <a:defRPr sz="11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372"/>
                </a:solidFill>
              </a:defRPr>
            </a:pPr>
            <a:r>
              <a:rPr sz="1125" b="0">
                <a:solidFill>
                  <a:srgbClr val="536372"/>
                </a:solidFill>
              </a:rPr>
              <a:t>CSRF, validación y consultas con JPA.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40286-7C12-4871-B5D6-9E060243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28637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AF0B2-4585-49E2-8C94-CB866F5F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Git y GitHub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559FD-72E4-4684-8654-36F0FD25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7E4CF"/>
                </a:solidFill>
              </a:defRPr>
            </a:defPPr>
            <a:lvl1pPr algn="l">
              <a:defRPr sz="1125" b="1">
                <a:solidFill>
                  <a:srgbClr val="A7E4CF"/>
                </a:solidFill>
              </a:defRPr>
            </a:lvl1pPr>
            <a:lvl2pPr algn="l">
              <a:defRPr sz="1125" b="1">
                <a:solidFill>
                  <a:srgbClr val="A7E4CF"/>
                </a:solidFill>
              </a:defRPr>
            </a:lvl2pPr>
            <a:lvl3pPr algn="l">
              <a:defRPr sz="1125" b="1">
                <a:solidFill>
                  <a:srgbClr val="A7E4CF"/>
                </a:solidFill>
              </a:defRPr>
            </a:lvl3pPr>
            <a:lvl4pPr algn="l">
              <a:defRPr sz="1125" b="1">
                <a:solidFill>
                  <a:srgbClr val="A7E4CF"/>
                </a:solidFill>
              </a:defRPr>
            </a:lvl4pPr>
            <a:lvl5pPr algn="l">
              <a:defRPr sz="1125" b="1">
                <a:solidFill>
                  <a:srgbClr val="A7E4CF"/>
                </a:solidFill>
              </a:defRPr>
            </a:lvl5pPr>
            <a:lvl6pPr algn="l">
              <a:defRPr sz="1125" b="1">
                <a:solidFill>
                  <a:srgbClr val="A7E4CF"/>
                </a:solidFill>
              </a:defRPr>
            </a:lvl6pPr>
            <a:lvl7pPr algn="l">
              <a:defRPr sz="1125" b="1">
                <a:solidFill>
                  <a:srgbClr val="A7E4CF"/>
                </a:solidFill>
              </a:defRPr>
            </a:lvl7pPr>
            <a:lvl8pPr algn="l">
              <a:defRPr sz="1125" b="1">
                <a:solidFill>
                  <a:srgbClr val="A7E4CF"/>
                </a:solidFill>
              </a:defRPr>
            </a:lvl8pPr>
            <a:lvl9pPr algn="l">
              <a:defRPr sz="1125" b="1">
                <a:solidFill>
                  <a:srgbClr val="A7E4C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7E4CF"/>
                </a:solidFill>
              </a:defRPr>
            </a:pPr>
            <a:r>
              <a:rPr sz="1125" b="1">
                <a:solidFill>
                  <a:srgbClr val="A7E4CF"/>
                </a:solidFill>
              </a:rPr>
              <a:t>Repositorio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400DD-7358-4961-B995-699825F7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Mehito-Pex/clanrest-gestion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12787-2D31-4A6E-9A42-D3B65256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7E4CF"/>
                </a:solidFill>
              </a:defRPr>
            </a:defPPr>
            <a:lvl1pPr algn="l">
              <a:defRPr sz="1125" b="1">
                <a:solidFill>
                  <a:srgbClr val="A7E4CF"/>
                </a:solidFill>
              </a:defRPr>
            </a:lvl1pPr>
            <a:lvl2pPr algn="l">
              <a:defRPr sz="1125" b="1">
                <a:solidFill>
                  <a:srgbClr val="A7E4CF"/>
                </a:solidFill>
              </a:defRPr>
            </a:lvl2pPr>
            <a:lvl3pPr algn="l">
              <a:defRPr sz="1125" b="1">
                <a:solidFill>
                  <a:srgbClr val="A7E4CF"/>
                </a:solidFill>
              </a:defRPr>
            </a:lvl3pPr>
            <a:lvl4pPr algn="l">
              <a:defRPr sz="1125" b="1">
                <a:solidFill>
                  <a:srgbClr val="A7E4CF"/>
                </a:solidFill>
              </a:defRPr>
            </a:lvl4pPr>
            <a:lvl5pPr algn="l">
              <a:defRPr sz="1125" b="1">
                <a:solidFill>
                  <a:srgbClr val="A7E4CF"/>
                </a:solidFill>
              </a:defRPr>
            </a:lvl5pPr>
            <a:lvl6pPr algn="l">
              <a:defRPr sz="1125" b="1">
                <a:solidFill>
                  <a:srgbClr val="A7E4CF"/>
                </a:solidFill>
              </a:defRPr>
            </a:lvl6pPr>
            <a:lvl7pPr algn="l">
              <a:defRPr sz="1125" b="1">
                <a:solidFill>
                  <a:srgbClr val="A7E4CF"/>
                </a:solidFill>
              </a:defRPr>
            </a:lvl7pPr>
            <a:lvl8pPr algn="l">
              <a:defRPr sz="1125" b="1">
                <a:solidFill>
                  <a:srgbClr val="A7E4CF"/>
                </a:solidFill>
              </a:defRPr>
            </a:lvl8pPr>
            <a:lvl9pPr algn="l">
              <a:defRPr sz="1125" b="1">
                <a:solidFill>
                  <a:srgbClr val="A7E4C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7E4CF"/>
                </a:solidFill>
              </a:defRPr>
            </a:pPr>
            <a:r>
              <a:rPr sz="1125" b="1">
                <a:solidFill>
                  <a:srgbClr val="A7E4CF"/>
                </a:solidFill>
              </a:rPr>
              <a:t>Evidencias versionadas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3FD85-C9E5-4308-ABE6-87C0D0B1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DE9F3"/>
                </a:solidFill>
              </a:defRPr>
            </a:defPPr>
            <a:lvl1pPr algn="l">
              <a:defRPr sz="1350" b="1">
                <a:solidFill>
                  <a:srgbClr val="DDE9F3"/>
                </a:solidFill>
              </a:defRPr>
            </a:lvl1pPr>
            <a:lvl2pPr algn="l">
              <a:defRPr sz="1350" b="1">
                <a:solidFill>
                  <a:srgbClr val="DDE9F3"/>
                </a:solidFill>
              </a:defRPr>
            </a:lvl2pPr>
            <a:lvl3pPr algn="l">
              <a:defRPr sz="1350" b="1">
                <a:solidFill>
                  <a:srgbClr val="DDE9F3"/>
                </a:solidFill>
              </a:defRPr>
            </a:lvl3pPr>
            <a:lvl4pPr algn="l">
              <a:defRPr sz="1350" b="1">
                <a:solidFill>
                  <a:srgbClr val="DDE9F3"/>
                </a:solidFill>
              </a:defRPr>
            </a:lvl4pPr>
            <a:lvl5pPr algn="l">
              <a:defRPr sz="1350" b="1">
                <a:solidFill>
                  <a:srgbClr val="DDE9F3"/>
                </a:solidFill>
              </a:defRPr>
            </a:lvl5pPr>
            <a:lvl6pPr algn="l">
              <a:defRPr sz="1350" b="1">
                <a:solidFill>
                  <a:srgbClr val="DDE9F3"/>
                </a:solidFill>
              </a:defRPr>
            </a:lvl6pPr>
            <a:lvl7pPr algn="l">
              <a:defRPr sz="1350" b="1">
                <a:solidFill>
                  <a:srgbClr val="DDE9F3"/>
                </a:solidFill>
              </a:defRPr>
            </a:lvl7pPr>
            <a:lvl8pPr algn="l">
              <a:defRPr sz="1350" b="1">
                <a:solidFill>
                  <a:srgbClr val="DDE9F3"/>
                </a:solidFill>
              </a:defRPr>
            </a:lvl8pPr>
            <a:lvl9pPr algn="l">
              <a:defRPr sz="1350" b="1">
                <a:solidFill>
                  <a:srgbClr val="DDE9F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DE9F3"/>
                </a:solidFill>
              </a:defRPr>
            </a:pPr>
            <a:r>
              <a:rPr sz="1350" b="1">
                <a:solidFill>
                  <a:srgbClr val="DDE9F3"/>
                </a:solidFill>
              </a:rPr>
              <a:t>Código fuente</a:t>
            </a:r>
          </a:p>
          <a:p xmlns:a="http://schemas.openxmlformats.org/drawingml/2006/main">
            <a:pPr algn="l">
              <a:defRPr sz="1350" b="1">
                <a:solidFill>
                  <a:srgbClr val="DDE9F3"/>
                </a:solidFill>
              </a:defRPr>
            </a:pPr>
            <a:r>
              <a:rPr sz="1350" b="1">
                <a:solidFill>
                  <a:srgbClr val="DDE9F3"/>
                </a:solidFill>
              </a:rPr>
              <a:t>Pruebas y cobertura</a:t>
            </a:r>
          </a:p>
          <a:p xmlns:a="http://schemas.openxmlformats.org/drawingml/2006/main">
            <a:pPr algn="l">
              <a:defRPr sz="1350" b="1">
                <a:solidFill>
                  <a:srgbClr val="DDE9F3"/>
                </a:solidFill>
              </a:defRPr>
            </a:pPr>
            <a:r>
              <a:rPr sz="1350" b="1">
                <a:solidFill>
                  <a:srgbClr val="DDE9F3"/>
                </a:solidFill>
              </a:rPr>
              <a:t>Documentación y presentación</a:t>
            </a:r>
          </a:p>
          <a:p xmlns:a="http://schemas.openxmlformats.org/drawingml/2006/main">
            <a:pPr algn="l">
              <a:defRPr sz="1350" b="1">
                <a:solidFill>
                  <a:srgbClr val="DDE9F3"/>
                </a:solidFill>
              </a:defRPr>
            </a:pPr>
            <a:r>
              <a:rPr sz="1350" b="1">
                <a:solidFill>
                  <a:srgbClr val="DDE9F3"/>
                </a:solidFill>
              </a:rPr>
              <a:t>Historial de cambios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18069A-1076-4CAB-9A0A-1FA0C8D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67375"/>
            <a:ext cx="523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5803B-22CB-4E2D-AC92-E69654A9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6673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D7A5C"/>
                </a:solidFill>
              </a:defRPr>
            </a:defPPr>
            <a:lvl1pPr algn="ctr">
              <a:defRPr sz="1050" b="1">
                <a:solidFill>
                  <a:srgbClr val="1D7A5C"/>
                </a:solidFill>
              </a:defRPr>
            </a:lvl1pPr>
            <a:lvl2pPr algn="ctr">
              <a:defRPr sz="1050" b="1">
                <a:solidFill>
                  <a:srgbClr val="1D7A5C"/>
                </a:solidFill>
              </a:defRPr>
            </a:lvl2pPr>
            <a:lvl3pPr algn="ctr">
              <a:defRPr sz="1050" b="1">
                <a:solidFill>
                  <a:srgbClr val="1D7A5C"/>
                </a:solidFill>
              </a:defRPr>
            </a:lvl3pPr>
            <a:lvl4pPr algn="ctr">
              <a:defRPr sz="1050" b="1">
                <a:solidFill>
                  <a:srgbClr val="1D7A5C"/>
                </a:solidFill>
              </a:defRPr>
            </a:lvl4pPr>
            <a:lvl5pPr algn="ctr">
              <a:defRPr sz="1050" b="1">
                <a:solidFill>
                  <a:srgbClr val="1D7A5C"/>
                </a:solidFill>
              </a:defRPr>
            </a:lvl5pPr>
            <a:lvl6pPr algn="ctr">
              <a:defRPr sz="1050" b="1">
                <a:solidFill>
                  <a:srgbClr val="1D7A5C"/>
                </a:solidFill>
              </a:defRPr>
            </a:lvl6pPr>
            <a:lvl7pPr algn="ctr">
              <a:defRPr sz="1050" b="1">
                <a:solidFill>
                  <a:srgbClr val="1D7A5C"/>
                </a:solidFill>
              </a:defRPr>
            </a:lvl7pPr>
            <a:lvl8pPr algn="ctr">
              <a:defRPr sz="1050" b="1">
                <a:solidFill>
                  <a:srgbClr val="1D7A5C"/>
                </a:solidFill>
              </a:defRPr>
            </a:lvl8pPr>
            <a:lvl9pPr algn="ctr">
              <a:defRPr sz="10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D7A5C"/>
                </a:solidFill>
              </a:defRPr>
            </a:pPr>
            <a:r>
              <a:rPr sz="1050" b="1">
                <a:solidFill>
                  <a:srgbClr val="1D7A5C"/>
                </a:solidFill>
              </a:rPr>
              <a:t>Auditoría: actor, acción, entidad y fecha</a:t>
            </a:r>
          </a:p>
        </p:txBody>
      </p:sp>
    </p:spTree>
    <p:extLst>
      <p:ext uri="{BB962C8B-B14F-4D97-AF65-F5344CB8AC3E}">
        <p14:creationId xmlns:p14="http://schemas.microsoft.com/office/powerpoint/2010/main" val="106361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895C0B-EBC0-407C-949B-AC00711C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8B9E5-BA38-480B-BF6E-946AA368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D7A5C"/>
                </a:solidFill>
              </a:defRPr>
            </a:defPPr>
            <a:lvl1pPr algn="l">
              <a:defRPr sz="975" b="1">
                <a:solidFill>
                  <a:srgbClr val="1D7A5C"/>
                </a:solidFill>
              </a:defRPr>
            </a:lvl1pPr>
            <a:lvl2pPr algn="l">
              <a:defRPr sz="975" b="1">
                <a:solidFill>
                  <a:srgbClr val="1D7A5C"/>
                </a:solidFill>
              </a:defRPr>
            </a:lvl2pPr>
            <a:lvl3pPr algn="l">
              <a:defRPr sz="975" b="1">
                <a:solidFill>
                  <a:srgbClr val="1D7A5C"/>
                </a:solidFill>
              </a:defRPr>
            </a:lvl3pPr>
            <a:lvl4pPr algn="l">
              <a:defRPr sz="975" b="1">
                <a:solidFill>
                  <a:srgbClr val="1D7A5C"/>
                </a:solidFill>
              </a:defRPr>
            </a:lvl4pPr>
            <a:lvl5pPr algn="l">
              <a:defRPr sz="975" b="1">
                <a:solidFill>
                  <a:srgbClr val="1D7A5C"/>
                </a:solidFill>
              </a:defRPr>
            </a:lvl5pPr>
            <a:lvl6pPr algn="l">
              <a:defRPr sz="975" b="1">
                <a:solidFill>
                  <a:srgbClr val="1D7A5C"/>
                </a:solidFill>
              </a:defRPr>
            </a:lvl6pPr>
            <a:lvl7pPr algn="l">
              <a:defRPr sz="975" b="1">
                <a:solidFill>
                  <a:srgbClr val="1D7A5C"/>
                </a:solidFill>
              </a:defRPr>
            </a:lvl7pPr>
            <a:lvl8pPr algn="l">
              <a:defRPr sz="975" b="1">
                <a:solidFill>
                  <a:srgbClr val="1D7A5C"/>
                </a:solidFill>
              </a:defRPr>
            </a:lvl8pPr>
            <a:lvl9pPr algn="l">
              <a:defRPr sz="975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D7A5C"/>
                </a:solidFill>
              </a:defRPr>
            </a:pPr>
            <a:r>
              <a:rPr sz="975" b="1">
                <a:solidFill>
                  <a:srgbClr val="1D7A5C"/>
                </a:solidFill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5EE50-8E61-496D-B5BA-846CFFC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  <a:lvl1pPr algn="l">
              <a:defRPr sz="2400" b="1">
                <a:solidFill>
                  <a:srgbClr val="102A43"/>
                </a:solidFill>
              </a:defRPr>
            </a:lvl1pPr>
            <a:lvl2pPr algn="l">
              <a:defRPr sz="2400" b="1">
                <a:solidFill>
                  <a:srgbClr val="102A43"/>
                </a:solidFill>
              </a:defRPr>
            </a:lvl2pPr>
            <a:lvl3pPr algn="l">
              <a:defRPr sz="2400" b="1">
                <a:solidFill>
                  <a:srgbClr val="102A43"/>
                </a:solidFill>
              </a:defRPr>
            </a:lvl3pPr>
            <a:lvl4pPr algn="l">
              <a:defRPr sz="2400" b="1">
                <a:solidFill>
                  <a:srgbClr val="102A43"/>
                </a:solidFill>
              </a:defRPr>
            </a:lvl4pPr>
            <a:lvl5pPr algn="l">
              <a:defRPr sz="2400" b="1">
                <a:solidFill>
                  <a:srgbClr val="102A43"/>
                </a:solidFill>
              </a:defRPr>
            </a:lvl5pPr>
            <a:lvl6pPr algn="l">
              <a:defRPr sz="2400" b="1">
                <a:solidFill>
                  <a:srgbClr val="102A43"/>
                </a:solidFill>
              </a:defRPr>
            </a:lvl6pPr>
            <a:lvl7pPr algn="l">
              <a:defRPr sz="2400" b="1">
                <a:solidFill>
                  <a:srgbClr val="102A43"/>
                </a:solidFill>
              </a:defRPr>
            </a:lvl7pPr>
            <a:lvl8pPr algn="l">
              <a:defRPr sz="2400" b="1">
                <a:solidFill>
                  <a:srgbClr val="102A43"/>
                </a:solidFill>
              </a:defRPr>
            </a:lvl8pPr>
            <a:lvl9pPr algn="l">
              <a:defRPr sz="24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Conclusiones y secuencia de demostración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85FC7-08DE-4BAE-ABBA-87E787E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619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36372"/>
                </a:solidFill>
              </a:defRPr>
            </a:defPPr>
            <a:lvl1pPr algn="r">
              <a:defRPr sz="1050" b="1">
                <a:solidFill>
                  <a:srgbClr val="536372"/>
                </a:solidFill>
              </a:defRPr>
            </a:lvl1pPr>
            <a:lvl2pPr algn="r">
              <a:defRPr sz="1050" b="1">
                <a:solidFill>
                  <a:srgbClr val="536372"/>
                </a:solidFill>
              </a:defRPr>
            </a:lvl2pPr>
            <a:lvl3pPr algn="r">
              <a:defRPr sz="1050" b="1">
                <a:solidFill>
                  <a:srgbClr val="536372"/>
                </a:solidFill>
              </a:defRPr>
            </a:lvl3pPr>
            <a:lvl4pPr algn="r">
              <a:defRPr sz="1050" b="1">
                <a:solidFill>
                  <a:srgbClr val="536372"/>
                </a:solidFill>
              </a:defRPr>
            </a:lvl4pPr>
            <a:lvl5pPr algn="r">
              <a:defRPr sz="1050" b="1">
                <a:solidFill>
                  <a:srgbClr val="536372"/>
                </a:solidFill>
              </a:defRPr>
            </a:lvl5pPr>
            <a:lvl6pPr algn="r">
              <a:defRPr sz="1050" b="1">
                <a:solidFill>
                  <a:srgbClr val="536372"/>
                </a:solidFill>
              </a:defRPr>
            </a:lvl6pPr>
            <a:lvl7pPr algn="r">
              <a:defRPr sz="1050" b="1">
                <a:solidFill>
                  <a:srgbClr val="536372"/>
                </a:solidFill>
              </a:defRPr>
            </a:lvl7pPr>
            <a:lvl8pPr algn="r">
              <a:defRPr sz="1050" b="1">
                <a:solidFill>
                  <a:srgbClr val="536372"/>
                </a:solidFill>
              </a:defRPr>
            </a:lvl8pPr>
            <a:lvl9pPr algn="r">
              <a:defRPr sz="1050" b="1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36372"/>
                </a:solidFill>
              </a:defRPr>
            </a:pPr>
            <a:r>
              <a:rPr sz="1050" b="1">
                <a:solidFill>
                  <a:srgbClr val="536372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1A0CD-B06B-4134-8435-DC70509F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8123B-1048-4787-8F83-9618833A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36372"/>
                </a:solidFill>
              </a:defRPr>
            </a:defPPr>
            <a:lvl1pPr algn="l">
              <a:defRPr sz="825" b="0">
                <a:solidFill>
                  <a:srgbClr val="536372"/>
                </a:solidFill>
              </a:defRPr>
            </a:lvl1pPr>
            <a:lvl2pPr algn="l">
              <a:defRPr sz="825" b="0">
                <a:solidFill>
                  <a:srgbClr val="536372"/>
                </a:solidFill>
              </a:defRPr>
            </a:lvl2pPr>
            <a:lvl3pPr algn="l">
              <a:defRPr sz="825" b="0">
                <a:solidFill>
                  <a:srgbClr val="536372"/>
                </a:solidFill>
              </a:defRPr>
            </a:lvl3pPr>
            <a:lvl4pPr algn="l">
              <a:defRPr sz="825" b="0">
                <a:solidFill>
                  <a:srgbClr val="536372"/>
                </a:solidFill>
              </a:defRPr>
            </a:lvl4pPr>
            <a:lvl5pPr algn="l">
              <a:defRPr sz="825" b="0">
                <a:solidFill>
                  <a:srgbClr val="536372"/>
                </a:solidFill>
              </a:defRPr>
            </a:lvl5pPr>
            <a:lvl6pPr algn="l">
              <a:defRPr sz="825" b="0">
                <a:solidFill>
                  <a:srgbClr val="536372"/>
                </a:solidFill>
              </a:defRPr>
            </a:lvl6pPr>
            <a:lvl7pPr algn="l">
              <a:defRPr sz="825" b="0">
                <a:solidFill>
                  <a:srgbClr val="536372"/>
                </a:solidFill>
              </a:defRPr>
            </a:lvl7pPr>
            <a:lvl8pPr algn="l">
              <a:defRPr sz="825" b="0">
                <a:solidFill>
                  <a:srgbClr val="536372"/>
                </a:solidFill>
              </a:defRPr>
            </a:lvl8pPr>
            <a:lvl9pPr algn="l">
              <a:defRPr sz="825" b="0">
                <a:solidFill>
                  <a:srgbClr val="53637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36372"/>
                </a:solidFill>
              </a:defRPr>
            </a:pPr>
            <a:r>
              <a:rPr sz="825" b="0">
                <a:solidFill>
                  <a:srgbClr val="536372"/>
                </a:solidFill>
              </a:rPr>
              <a:t>ClanRest Gestión | Avance de Proyecto Final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EA627-F7AF-4616-9725-2FB72C6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A43"/>
                </a:solidFill>
              </a:defRPr>
            </a:defPPr>
            <a:lvl1pPr algn="l">
              <a:defRPr sz="2025" b="1">
                <a:solidFill>
                  <a:srgbClr val="102A43"/>
                </a:solidFill>
              </a:defRPr>
            </a:lvl1pPr>
            <a:lvl2pPr algn="l">
              <a:defRPr sz="2025" b="1">
                <a:solidFill>
                  <a:srgbClr val="102A43"/>
                </a:solidFill>
              </a:defRPr>
            </a:lvl2pPr>
            <a:lvl3pPr algn="l">
              <a:defRPr sz="2025" b="1">
                <a:solidFill>
                  <a:srgbClr val="102A43"/>
                </a:solidFill>
              </a:defRPr>
            </a:lvl3pPr>
            <a:lvl4pPr algn="l">
              <a:defRPr sz="2025" b="1">
                <a:solidFill>
                  <a:srgbClr val="102A43"/>
                </a:solidFill>
              </a:defRPr>
            </a:lvl4pPr>
            <a:lvl5pPr algn="l">
              <a:defRPr sz="2025" b="1">
                <a:solidFill>
                  <a:srgbClr val="102A43"/>
                </a:solidFill>
              </a:defRPr>
            </a:lvl5pPr>
            <a:lvl6pPr algn="l">
              <a:defRPr sz="2025" b="1">
                <a:solidFill>
                  <a:srgbClr val="102A43"/>
                </a:solidFill>
              </a:defRPr>
            </a:lvl6pPr>
            <a:lvl7pPr algn="l">
              <a:defRPr sz="2025" b="1">
                <a:solidFill>
                  <a:srgbClr val="102A43"/>
                </a:solidFill>
              </a:defRPr>
            </a:lvl7pPr>
            <a:lvl8pPr algn="l">
              <a:defRPr sz="2025" b="1">
                <a:solidFill>
                  <a:srgbClr val="102A43"/>
                </a:solidFill>
              </a:defRPr>
            </a:lvl8pPr>
            <a:lvl9pPr algn="l">
              <a:defRPr sz="20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Recorrido en vivo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C9A5A-BAF5-4795-A72F-7FB9B98F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9FB50-C66A-4A91-9B4F-24A8ADCB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000D2-231A-4746-8005-699F351D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</a:defRPr>
            </a:defPPr>
            <a:lvl1pPr algn="l">
              <a:defRPr sz="1350" b="0">
                <a:solidFill>
                  <a:srgbClr val="17212B"/>
                </a:solidFill>
              </a:defRPr>
            </a:lvl1pPr>
            <a:lvl2pPr algn="l">
              <a:defRPr sz="1350" b="0">
                <a:solidFill>
                  <a:srgbClr val="17212B"/>
                </a:solidFill>
              </a:defRPr>
            </a:lvl2pPr>
            <a:lvl3pPr algn="l">
              <a:defRPr sz="1350" b="0">
                <a:solidFill>
                  <a:srgbClr val="17212B"/>
                </a:solidFill>
              </a:defRPr>
            </a:lvl3pPr>
            <a:lvl4pPr algn="l">
              <a:defRPr sz="1350" b="0">
                <a:solidFill>
                  <a:srgbClr val="17212B"/>
                </a:solidFill>
              </a:defRPr>
            </a:lvl4pPr>
            <a:lvl5pPr algn="l">
              <a:defRPr sz="1350" b="0">
                <a:solidFill>
                  <a:srgbClr val="17212B"/>
                </a:solidFill>
              </a:defRPr>
            </a:lvl5pPr>
            <a:lvl6pPr algn="l">
              <a:defRPr sz="1350" b="0">
                <a:solidFill>
                  <a:srgbClr val="17212B"/>
                </a:solidFill>
              </a:defRPr>
            </a:lvl6pPr>
            <a:lvl7pPr algn="l">
              <a:defRPr sz="1350" b="0">
                <a:solidFill>
                  <a:srgbClr val="17212B"/>
                </a:solidFill>
              </a:defRPr>
            </a:lvl7pPr>
            <a:lvl8pPr algn="l">
              <a:defRPr sz="1350" b="0">
                <a:solidFill>
                  <a:srgbClr val="17212B"/>
                </a:solidFill>
              </a:defRPr>
            </a:lvl8pPr>
            <a:lvl9pPr algn="l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Iniciar sesión como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253B7-8669-4640-852D-B2B665C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336B7-B4E4-4B64-9E9C-9865E0F9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289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6ABFE-663D-4832-837D-30F7084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98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</a:defRPr>
            </a:defPPr>
            <a:lvl1pPr algn="l">
              <a:defRPr sz="1350" b="0">
                <a:solidFill>
                  <a:srgbClr val="17212B"/>
                </a:solidFill>
              </a:defRPr>
            </a:lvl1pPr>
            <a:lvl2pPr algn="l">
              <a:defRPr sz="1350" b="0">
                <a:solidFill>
                  <a:srgbClr val="17212B"/>
                </a:solidFill>
              </a:defRPr>
            </a:lvl2pPr>
            <a:lvl3pPr algn="l">
              <a:defRPr sz="1350" b="0">
                <a:solidFill>
                  <a:srgbClr val="17212B"/>
                </a:solidFill>
              </a:defRPr>
            </a:lvl3pPr>
            <a:lvl4pPr algn="l">
              <a:defRPr sz="1350" b="0">
                <a:solidFill>
                  <a:srgbClr val="17212B"/>
                </a:solidFill>
              </a:defRPr>
            </a:lvl4pPr>
            <a:lvl5pPr algn="l">
              <a:defRPr sz="1350" b="0">
                <a:solidFill>
                  <a:srgbClr val="17212B"/>
                </a:solidFill>
              </a:defRPr>
            </a:lvl5pPr>
            <a:lvl6pPr algn="l">
              <a:defRPr sz="1350" b="0">
                <a:solidFill>
                  <a:srgbClr val="17212B"/>
                </a:solidFill>
              </a:defRPr>
            </a:lvl6pPr>
            <a:lvl7pPr algn="l">
              <a:defRPr sz="1350" b="0">
                <a:solidFill>
                  <a:srgbClr val="17212B"/>
                </a:solidFill>
              </a:defRPr>
            </a:lvl7pPr>
            <a:lvl8pPr algn="l">
              <a:defRPr sz="1350" b="0">
                <a:solidFill>
                  <a:srgbClr val="17212B"/>
                </a:solidFill>
              </a:defRPr>
            </a:lvl8pPr>
            <a:lvl9pPr algn="l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Crear o consultar un 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E529C-71D8-4056-AEF8-A1E45DC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302D1-543D-4081-9339-887439F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6D2D7-B8B2-4A57-B556-A03C9E5B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</a:defRPr>
            </a:defPPr>
            <a:lvl1pPr algn="l">
              <a:defRPr sz="1350" b="0">
                <a:solidFill>
                  <a:srgbClr val="17212B"/>
                </a:solidFill>
              </a:defRPr>
            </a:lvl1pPr>
            <a:lvl2pPr algn="l">
              <a:defRPr sz="1350" b="0">
                <a:solidFill>
                  <a:srgbClr val="17212B"/>
                </a:solidFill>
              </a:defRPr>
            </a:lvl2pPr>
            <a:lvl3pPr algn="l">
              <a:defRPr sz="1350" b="0">
                <a:solidFill>
                  <a:srgbClr val="17212B"/>
                </a:solidFill>
              </a:defRPr>
            </a:lvl3pPr>
            <a:lvl4pPr algn="l">
              <a:defRPr sz="1350" b="0">
                <a:solidFill>
                  <a:srgbClr val="17212B"/>
                </a:solidFill>
              </a:defRPr>
            </a:lvl4pPr>
            <a:lvl5pPr algn="l">
              <a:defRPr sz="1350" b="0">
                <a:solidFill>
                  <a:srgbClr val="17212B"/>
                </a:solidFill>
              </a:defRPr>
            </a:lvl5pPr>
            <a:lvl6pPr algn="l">
              <a:defRPr sz="1350" b="0">
                <a:solidFill>
                  <a:srgbClr val="17212B"/>
                </a:solidFill>
              </a:defRPr>
            </a:lvl6pPr>
            <a:lvl7pPr algn="l">
              <a:defRPr sz="1350" b="0">
                <a:solidFill>
                  <a:srgbClr val="17212B"/>
                </a:solidFill>
              </a:defRPr>
            </a:lvl7pPr>
            <a:lvl8pPr algn="l">
              <a:defRPr sz="1350" b="0">
                <a:solidFill>
                  <a:srgbClr val="17212B"/>
                </a:solidFill>
              </a:defRPr>
            </a:lvl8pPr>
            <a:lvl9pPr algn="l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Aprobar una cotización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916FA-156E-4693-B339-FD4C3468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5F942-96C4-4F4A-B2E8-2C144A83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33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74816-B71F-44F5-8E69-73CF7E9B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</a:defRPr>
            </a:defPPr>
            <a:lvl1pPr algn="l">
              <a:defRPr sz="1350" b="0">
                <a:solidFill>
                  <a:srgbClr val="17212B"/>
                </a:solidFill>
              </a:defRPr>
            </a:lvl1pPr>
            <a:lvl2pPr algn="l">
              <a:defRPr sz="1350" b="0">
                <a:solidFill>
                  <a:srgbClr val="17212B"/>
                </a:solidFill>
              </a:defRPr>
            </a:lvl2pPr>
            <a:lvl3pPr algn="l">
              <a:defRPr sz="1350" b="0">
                <a:solidFill>
                  <a:srgbClr val="17212B"/>
                </a:solidFill>
              </a:defRPr>
            </a:lvl3pPr>
            <a:lvl4pPr algn="l">
              <a:defRPr sz="1350" b="0">
                <a:solidFill>
                  <a:srgbClr val="17212B"/>
                </a:solidFill>
              </a:defRPr>
            </a:lvl4pPr>
            <a:lvl5pPr algn="l">
              <a:defRPr sz="1350" b="0">
                <a:solidFill>
                  <a:srgbClr val="17212B"/>
                </a:solidFill>
              </a:defRPr>
            </a:lvl5pPr>
            <a:lvl6pPr algn="l">
              <a:defRPr sz="1350" b="0">
                <a:solidFill>
                  <a:srgbClr val="17212B"/>
                </a:solidFill>
              </a:defRPr>
            </a:lvl6pPr>
            <a:lvl7pPr algn="l">
              <a:defRPr sz="1350" b="0">
                <a:solidFill>
                  <a:srgbClr val="17212B"/>
                </a:solidFill>
              </a:defRPr>
            </a:lvl7pPr>
            <a:lvl8pPr algn="l">
              <a:defRPr sz="1350" b="0">
                <a:solidFill>
                  <a:srgbClr val="17212B"/>
                </a:solidFill>
              </a:defRPr>
            </a:lvl8pPr>
            <a:lvl9pPr algn="l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Revisar evento, pago e inventario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3DD48-C3D0-4E9C-BABA-9F81BDEB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37F54-6BC5-44E8-A3E5-7D114104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98C8A-4E7A-42D3-80D3-96B54A0D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672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</a:defRPr>
            </a:defPPr>
            <a:lvl1pPr algn="l">
              <a:defRPr sz="1350" b="0">
                <a:solidFill>
                  <a:srgbClr val="17212B"/>
                </a:solidFill>
              </a:defRPr>
            </a:lvl1pPr>
            <a:lvl2pPr algn="l">
              <a:defRPr sz="1350" b="0">
                <a:solidFill>
                  <a:srgbClr val="17212B"/>
                </a:solidFill>
              </a:defRPr>
            </a:lvl2pPr>
            <a:lvl3pPr algn="l">
              <a:defRPr sz="1350" b="0">
                <a:solidFill>
                  <a:srgbClr val="17212B"/>
                </a:solidFill>
              </a:defRPr>
            </a:lvl3pPr>
            <a:lvl4pPr algn="l">
              <a:defRPr sz="1350" b="0">
                <a:solidFill>
                  <a:srgbClr val="17212B"/>
                </a:solidFill>
              </a:defRPr>
            </a:lvl4pPr>
            <a:lvl5pPr algn="l">
              <a:defRPr sz="1350" b="0">
                <a:solidFill>
                  <a:srgbClr val="17212B"/>
                </a:solidFill>
              </a:defRPr>
            </a:lvl5pPr>
            <a:lvl6pPr algn="l">
              <a:defRPr sz="1350" b="0">
                <a:solidFill>
                  <a:srgbClr val="17212B"/>
                </a:solidFill>
              </a:defRPr>
            </a:lvl6pPr>
            <a:lvl7pPr algn="l">
              <a:defRPr sz="1350" b="0">
                <a:solidFill>
                  <a:srgbClr val="17212B"/>
                </a:solidFill>
              </a:defRPr>
            </a:lvl7pPr>
            <a:lvl8pPr algn="l">
              <a:defRPr sz="1350" b="0">
                <a:solidFill>
                  <a:srgbClr val="17212B"/>
                </a:solidFill>
              </a:defRPr>
            </a:lvl8pPr>
            <a:lvl9pPr algn="l"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Exportar reporte Excel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4E0710-3C5B-4805-AE20-21DEBFC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38700"/>
            <a:ext cx="457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D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7290D-27A8-4249-AE94-2E57E47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defRPr sz="1050" b="1">
                <a:solidFill>
                  <a:srgbClr val="FFFFFF"/>
                </a:solidFill>
              </a:defRPr>
            </a:lvl1pPr>
            <a:lvl2pPr algn="ctr">
              <a:defRPr sz="1050" b="1">
                <a:solidFill>
                  <a:srgbClr val="FFFFFF"/>
                </a:solidFill>
              </a:defRPr>
            </a:lvl2pPr>
            <a:lvl3pPr algn="ctr">
              <a:defRPr sz="1050" b="1">
                <a:solidFill>
                  <a:srgbClr val="FFFFFF"/>
                </a:solidFill>
              </a:defRPr>
            </a:lvl3pPr>
            <a:lvl4pPr algn="ctr">
              <a:defRPr sz="1050" b="1">
                <a:solidFill>
                  <a:srgbClr val="FFFFFF"/>
                </a:solidFill>
              </a:defRPr>
            </a:lvl4pPr>
            <a:lvl5pPr algn="ctr">
              <a:defRPr sz="1050" b="1">
                <a:solidFill>
                  <a:srgbClr val="FFFFFF"/>
                </a:solidFill>
              </a:defRPr>
            </a:lvl5pPr>
            <a:lvl6pPr algn="ctr">
              <a:defRPr sz="1050" b="1">
                <a:solidFill>
                  <a:srgbClr val="FFFFFF"/>
                </a:solidFill>
              </a:defRPr>
            </a:lvl6pPr>
            <a:lvl7pPr algn="ctr">
              <a:defRPr sz="1050" b="1">
                <a:solidFill>
                  <a:srgbClr val="FFFFFF"/>
                </a:solidFill>
              </a:defRPr>
            </a:lvl7pPr>
            <a:lvl8pPr algn="ctr">
              <a:defRPr sz="1050" b="1">
                <a:solidFill>
                  <a:srgbClr val="FFFFFF"/>
                </a:solidFill>
              </a:defRPr>
            </a:lvl8pPr>
            <a:lvl9pPr algn="ctr"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8BB7D-488B-4911-A558-7363B6D0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96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</a:defRPr>
            </a:defPPr>
            <a:lvl1pPr algn="l">
              <a:defRPr sz="1350" b="1">
                <a:solidFill>
                  <a:srgbClr val="17212B"/>
                </a:solidFill>
              </a:defRPr>
            </a:lvl1pPr>
            <a:lvl2pPr algn="l">
              <a:defRPr sz="1350" b="1">
                <a:solidFill>
                  <a:srgbClr val="17212B"/>
                </a:solidFill>
              </a:defRPr>
            </a:lvl2pPr>
            <a:lvl3pPr algn="l">
              <a:defRPr sz="1350" b="1">
                <a:solidFill>
                  <a:srgbClr val="17212B"/>
                </a:solidFill>
              </a:defRPr>
            </a:lvl3pPr>
            <a:lvl4pPr algn="l">
              <a:defRPr sz="1350" b="1">
                <a:solidFill>
                  <a:srgbClr val="17212B"/>
                </a:solidFill>
              </a:defRPr>
            </a:lvl4pPr>
            <a:lvl5pPr algn="l">
              <a:defRPr sz="1350" b="1">
                <a:solidFill>
                  <a:srgbClr val="17212B"/>
                </a:solidFill>
              </a:defRPr>
            </a:lvl5pPr>
            <a:lvl6pPr algn="l">
              <a:defRPr sz="1350" b="1">
                <a:solidFill>
                  <a:srgbClr val="17212B"/>
                </a:solidFill>
              </a:defRPr>
            </a:lvl6pPr>
            <a:lvl7pPr algn="l">
              <a:defRPr sz="1350" b="1">
                <a:solidFill>
                  <a:srgbClr val="17212B"/>
                </a:solidFill>
              </a:defRPr>
            </a:lvl7pPr>
            <a:lvl8pPr algn="l">
              <a:defRPr sz="1350" b="1">
                <a:solidFill>
                  <a:srgbClr val="17212B"/>
                </a:solidFill>
              </a:defRPr>
            </a:lvl8pPr>
            <a:lvl9pPr algn="l">
              <a:defRPr sz="1350" b="1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Mostrar pruebas y GitHub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53C2C-1291-4440-9560-DC7C1D96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4953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C3129-1473-4BA9-A4EE-3DC7784A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A7E4CF"/>
                </a:solidFill>
              </a:defRPr>
            </a:defPPr>
            <a:lvl1pPr algn="l">
              <a:defRPr sz="1800" b="1">
                <a:solidFill>
                  <a:srgbClr val="A7E4CF"/>
                </a:solidFill>
              </a:defRPr>
            </a:lvl1pPr>
            <a:lvl2pPr algn="l">
              <a:defRPr sz="1800" b="1">
                <a:solidFill>
                  <a:srgbClr val="A7E4CF"/>
                </a:solidFill>
              </a:defRPr>
            </a:lvl2pPr>
            <a:lvl3pPr algn="l">
              <a:defRPr sz="1800" b="1">
                <a:solidFill>
                  <a:srgbClr val="A7E4CF"/>
                </a:solidFill>
              </a:defRPr>
            </a:lvl3pPr>
            <a:lvl4pPr algn="l">
              <a:defRPr sz="1800" b="1">
                <a:solidFill>
                  <a:srgbClr val="A7E4CF"/>
                </a:solidFill>
              </a:defRPr>
            </a:lvl4pPr>
            <a:lvl5pPr algn="l">
              <a:defRPr sz="1800" b="1">
                <a:solidFill>
                  <a:srgbClr val="A7E4CF"/>
                </a:solidFill>
              </a:defRPr>
            </a:lvl5pPr>
            <a:lvl6pPr algn="l">
              <a:defRPr sz="1800" b="1">
                <a:solidFill>
                  <a:srgbClr val="A7E4CF"/>
                </a:solidFill>
              </a:defRPr>
            </a:lvl6pPr>
            <a:lvl7pPr algn="l">
              <a:defRPr sz="1800" b="1">
                <a:solidFill>
                  <a:srgbClr val="A7E4CF"/>
                </a:solidFill>
              </a:defRPr>
            </a:lvl7pPr>
            <a:lvl8pPr algn="l">
              <a:defRPr sz="1800" b="1">
                <a:solidFill>
                  <a:srgbClr val="A7E4CF"/>
                </a:solidFill>
              </a:defRPr>
            </a:lvl8pPr>
            <a:lvl9pPr algn="l">
              <a:defRPr sz="1800" b="1">
                <a:solidFill>
                  <a:srgbClr val="A7E4C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7E4CF"/>
                </a:solidFill>
              </a:defRPr>
            </a:pPr>
            <a:r>
              <a:rPr sz="1800" b="1">
                <a:solidFill>
                  <a:srgbClr val="A7E4CF"/>
                </a:solidFill>
              </a:rPr>
              <a:t>Resultado del Avance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E6FF1-6FB5-4870-910C-D1A9B218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24125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</a:defRPr>
            </a:defPPr>
            <a:lvl1pPr algn="l">
              <a:defRPr sz="1950" b="1">
                <a:solidFill>
                  <a:srgbClr val="FFFFFF"/>
                </a:solidFill>
              </a:defRPr>
            </a:lvl1pPr>
            <a:lvl2pPr algn="l">
              <a:defRPr sz="1950" b="1">
                <a:solidFill>
                  <a:srgbClr val="FFFFFF"/>
                </a:solidFill>
              </a:defRPr>
            </a:lvl2pPr>
            <a:lvl3pPr algn="l">
              <a:defRPr sz="1950" b="1">
                <a:solidFill>
                  <a:srgbClr val="FFFFFF"/>
                </a:solidFill>
              </a:defRPr>
            </a:lvl3pPr>
            <a:lvl4pPr algn="l">
              <a:defRPr sz="1950" b="1">
                <a:solidFill>
                  <a:srgbClr val="FFFFFF"/>
                </a:solidFill>
              </a:defRPr>
            </a:lvl4pPr>
            <a:lvl5pPr algn="l">
              <a:defRPr sz="1950" b="1">
                <a:solidFill>
                  <a:srgbClr val="FFFFFF"/>
                </a:solidFill>
              </a:defRPr>
            </a:lvl5pPr>
            <a:lvl6pPr algn="l">
              <a:defRPr sz="1950" b="1">
                <a:solidFill>
                  <a:srgbClr val="FFFFFF"/>
                </a:solidFill>
              </a:defRPr>
            </a:lvl6pPr>
            <a:lvl7pPr algn="l">
              <a:defRPr sz="1950" b="1">
                <a:solidFill>
                  <a:srgbClr val="FFFFFF"/>
                </a:solidFill>
              </a:defRPr>
            </a:lvl7pPr>
            <a:lvl8pPr algn="l">
              <a:defRPr sz="1950" b="1">
                <a:solidFill>
                  <a:srgbClr val="FFFFFF"/>
                </a:solidFill>
              </a:defRPr>
            </a:lvl8pPr>
            <a:lvl9pPr algn="l">
              <a:defRPr sz="1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ClanRest integra arquitectura por capas, recursos Java, controles de seguridad, pruebas y el alcance funcional comprometido.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47A9B-35D2-4B11-8A26-F3F0CA7A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91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7E4CF"/>
                </a:solidFill>
              </a:defRPr>
            </a:defPPr>
            <a:lvl1pPr algn="l">
              <a:defRPr sz="1125" b="1">
                <a:solidFill>
                  <a:srgbClr val="A7E4CF"/>
                </a:solidFill>
              </a:defRPr>
            </a:lvl1pPr>
            <a:lvl2pPr algn="l">
              <a:defRPr sz="1125" b="1">
                <a:solidFill>
                  <a:srgbClr val="A7E4CF"/>
                </a:solidFill>
              </a:defRPr>
            </a:lvl2pPr>
            <a:lvl3pPr algn="l">
              <a:defRPr sz="1125" b="1">
                <a:solidFill>
                  <a:srgbClr val="A7E4CF"/>
                </a:solidFill>
              </a:defRPr>
            </a:lvl3pPr>
            <a:lvl4pPr algn="l">
              <a:defRPr sz="1125" b="1">
                <a:solidFill>
                  <a:srgbClr val="A7E4CF"/>
                </a:solidFill>
              </a:defRPr>
            </a:lvl4pPr>
            <a:lvl5pPr algn="l">
              <a:defRPr sz="1125" b="1">
                <a:solidFill>
                  <a:srgbClr val="A7E4CF"/>
                </a:solidFill>
              </a:defRPr>
            </a:lvl5pPr>
            <a:lvl6pPr algn="l">
              <a:defRPr sz="1125" b="1">
                <a:solidFill>
                  <a:srgbClr val="A7E4CF"/>
                </a:solidFill>
              </a:defRPr>
            </a:lvl6pPr>
            <a:lvl7pPr algn="l">
              <a:defRPr sz="1125" b="1">
                <a:solidFill>
                  <a:srgbClr val="A7E4CF"/>
                </a:solidFill>
              </a:defRPr>
            </a:lvl7pPr>
            <a:lvl8pPr algn="l">
              <a:defRPr sz="1125" b="1">
                <a:solidFill>
                  <a:srgbClr val="A7E4CF"/>
                </a:solidFill>
              </a:defRPr>
            </a:lvl8pPr>
            <a:lvl9pPr algn="l">
              <a:defRPr sz="1125" b="1">
                <a:solidFill>
                  <a:srgbClr val="A7E4C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7E4CF"/>
                </a:solidFill>
              </a:defRPr>
            </a:pPr>
            <a:r>
              <a:rPr sz="1125" b="1">
                <a:solidFill>
                  <a:srgbClr val="A7E4CF"/>
                </a:solidFill>
              </a:rPr>
              <a:t>Entregables listos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1AD20E-9994-43D7-B61E-D98390AF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14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DDE9F3"/>
                </a:solidFill>
              </a:defRPr>
            </a:defPPr>
            <a:lvl1pPr algn="l">
              <a:defRPr sz="1275" b="1">
                <a:solidFill>
                  <a:srgbClr val="DDE9F3"/>
                </a:solidFill>
              </a:defRPr>
            </a:lvl1pPr>
            <a:lvl2pPr algn="l">
              <a:defRPr sz="1275" b="1">
                <a:solidFill>
                  <a:srgbClr val="DDE9F3"/>
                </a:solidFill>
              </a:defRPr>
            </a:lvl2pPr>
            <a:lvl3pPr algn="l">
              <a:defRPr sz="1275" b="1">
                <a:solidFill>
                  <a:srgbClr val="DDE9F3"/>
                </a:solidFill>
              </a:defRPr>
            </a:lvl3pPr>
            <a:lvl4pPr algn="l">
              <a:defRPr sz="1275" b="1">
                <a:solidFill>
                  <a:srgbClr val="DDE9F3"/>
                </a:solidFill>
              </a:defRPr>
            </a:lvl4pPr>
            <a:lvl5pPr algn="l">
              <a:defRPr sz="1275" b="1">
                <a:solidFill>
                  <a:srgbClr val="DDE9F3"/>
                </a:solidFill>
              </a:defRPr>
            </a:lvl5pPr>
            <a:lvl6pPr algn="l">
              <a:defRPr sz="1275" b="1">
                <a:solidFill>
                  <a:srgbClr val="DDE9F3"/>
                </a:solidFill>
              </a:defRPr>
            </a:lvl6pPr>
            <a:lvl7pPr algn="l">
              <a:defRPr sz="1275" b="1">
                <a:solidFill>
                  <a:srgbClr val="DDE9F3"/>
                </a:solidFill>
              </a:defRPr>
            </a:lvl7pPr>
            <a:lvl8pPr algn="l">
              <a:defRPr sz="1275" b="1">
                <a:solidFill>
                  <a:srgbClr val="DDE9F3"/>
                </a:solidFill>
              </a:defRPr>
            </a:lvl8pPr>
            <a:lvl9pPr algn="l">
              <a:defRPr sz="1275" b="1">
                <a:solidFill>
                  <a:srgbClr val="DDE9F3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DDE9F3"/>
                </a:solidFill>
              </a:defRPr>
            </a:pPr>
            <a:r>
              <a:rPr sz="1275" b="1">
                <a:solidFill>
                  <a:srgbClr val="DDE9F3"/>
                </a:solidFill>
              </a:rPr>
              <a:t>Aplicación | Informe Word | Presentación | Javadoc | Evidencias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B7BB45-EC59-4B4D-90E4-CD3EFB12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1D7A5C"/>
                </a:solidFill>
              </a:defRPr>
            </a:defPPr>
            <a:lvl1pPr algn="ctr">
              <a:defRPr sz="2250" b="1">
                <a:solidFill>
                  <a:srgbClr val="1D7A5C"/>
                </a:solidFill>
              </a:defRPr>
            </a:lvl1pPr>
            <a:lvl2pPr algn="ctr">
              <a:defRPr sz="2250" b="1">
                <a:solidFill>
                  <a:srgbClr val="1D7A5C"/>
                </a:solidFill>
              </a:defRPr>
            </a:lvl2pPr>
            <a:lvl3pPr algn="ctr">
              <a:defRPr sz="2250" b="1">
                <a:solidFill>
                  <a:srgbClr val="1D7A5C"/>
                </a:solidFill>
              </a:defRPr>
            </a:lvl3pPr>
            <a:lvl4pPr algn="ctr">
              <a:defRPr sz="2250" b="1">
                <a:solidFill>
                  <a:srgbClr val="1D7A5C"/>
                </a:solidFill>
              </a:defRPr>
            </a:lvl4pPr>
            <a:lvl5pPr algn="ctr">
              <a:defRPr sz="2250" b="1">
                <a:solidFill>
                  <a:srgbClr val="1D7A5C"/>
                </a:solidFill>
              </a:defRPr>
            </a:lvl5pPr>
            <a:lvl6pPr algn="ctr">
              <a:defRPr sz="2250" b="1">
                <a:solidFill>
                  <a:srgbClr val="1D7A5C"/>
                </a:solidFill>
              </a:defRPr>
            </a:lvl6pPr>
            <a:lvl7pPr algn="ctr">
              <a:defRPr sz="2250" b="1">
                <a:solidFill>
                  <a:srgbClr val="1D7A5C"/>
                </a:solidFill>
              </a:defRPr>
            </a:lvl7pPr>
            <a:lvl8pPr algn="ctr">
              <a:defRPr sz="2250" b="1">
                <a:solidFill>
                  <a:srgbClr val="1D7A5C"/>
                </a:solidFill>
              </a:defRPr>
            </a:lvl8pPr>
            <a:lvl9pPr algn="ctr">
              <a:defRPr sz="2250" b="1">
                <a:solidFill>
                  <a:srgbClr val="1D7A5C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D7A5C"/>
                </a:solidFill>
              </a:defRPr>
            </a:pPr>
            <a:r>
              <a:rPr sz="2250" b="1">
                <a:solidFill>
                  <a:srgbClr val="1D7A5C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004104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2026-10-29T16:16:50.8790000Z</dcterms:created>
  <dcterms:modified xsi:type="dcterms:W3CDTF">2026-10-29T16:16:50.8790000Z</dcterms:modified>
</coreProperties>
</file>