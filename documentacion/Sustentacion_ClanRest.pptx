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258c4486964562" /><Relationship Type="http://schemas.openxmlformats.org/officeDocument/2006/relationships/extended-properties" Target="/docProps/app.xml" Id="R232abf0961fe4586" /><Relationship Type="http://schemas.openxmlformats.org/officeDocument/2006/relationships/officeDocument" Target="/ppt/presentation.xml" Id="R0658be0d807d44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2421f2b86d48e4"/>
  </p:sldMasterIdLst>
  <p:notesMasterIdLst>
    <p:notesMasterId xmlns:r="http://schemas.openxmlformats.org/officeDocument/2006/relationships" r:id="R4e2acf20efac446c"/>
  </p:notesMasterIdLst>
  <p:sldIdLst>
    <p:sldId xmlns:r="http://schemas.openxmlformats.org/officeDocument/2006/relationships" id="256" r:id="R969bfdb8f38441c6"/>
    <p:sldId xmlns:r="http://schemas.openxmlformats.org/officeDocument/2006/relationships" id="257" r:id="Ra84a38cc49dd47cd"/>
    <p:sldId xmlns:r="http://schemas.openxmlformats.org/officeDocument/2006/relationships" id="258" r:id="Rcea31b69fb1547c6"/>
    <p:sldId xmlns:r="http://schemas.openxmlformats.org/officeDocument/2006/relationships" id="259" r:id="Rdc52d735793d4555"/>
    <p:sldId xmlns:r="http://schemas.openxmlformats.org/officeDocument/2006/relationships" id="260" r:id="Rdea42f03ddb24dec"/>
    <p:sldId xmlns:r="http://schemas.openxmlformats.org/officeDocument/2006/relationships" id="261" r:id="R7a8005e0d5a64244"/>
    <p:sldId xmlns:r="http://schemas.openxmlformats.org/officeDocument/2006/relationships" id="262" r:id="Rdef7091a8a414aee"/>
    <p:sldId xmlns:r="http://schemas.openxmlformats.org/officeDocument/2006/relationships" id="263" r:id="R07150d7afb6e4447"/>
    <p:sldId xmlns:r="http://schemas.openxmlformats.org/officeDocument/2006/relationships" id="264" r:id="R742cd6ae017e41f5"/>
    <p:sldId xmlns:r="http://schemas.openxmlformats.org/officeDocument/2006/relationships" id="265" r:id="R63c60a174bf14045"/>
    <p:sldId xmlns:r="http://schemas.openxmlformats.org/officeDocument/2006/relationships" id="266" r:id="Re7594fbffbbe4fdf"/>
    <p:sldId xmlns:r="http://schemas.openxmlformats.org/officeDocument/2006/relationships" id="267" r:id="R5f38a988c4f24f58"/>
    <p:sldId xmlns:r="http://schemas.openxmlformats.org/officeDocument/2006/relationships" id="268" r:id="Rbe50cf3e43ff49f5"/>
    <p:sldId xmlns:r="http://schemas.openxmlformats.org/officeDocument/2006/relationships" id="269" r:id="R7ea8b28dd1674d16"/>
    <p:sldId xmlns:r="http://schemas.openxmlformats.org/officeDocument/2006/relationships" id="270" r:id="Rcb74c6ff75da41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318073449b4885" /><Relationship Type="http://schemas.openxmlformats.org/officeDocument/2006/relationships/slideMaster" Target="/ppt/slideMasters/slideMaster1.xml" Id="R392421f2b86d48e4" /><Relationship Type="http://schemas.openxmlformats.org/officeDocument/2006/relationships/notesMaster" Target="/ppt/notesMasters/notesMaster1.xml" Id="R4e2acf20efac446c" /><Relationship Type="http://schemas.openxmlformats.org/officeDocument/2006/relationships/presProps" Target="/ppt/presProps.xml" Id="R675a9d3c3dec4c05" /><Relationship Type="http://schemas.openxmlformats.org/officeDocument/2006/relationships/tableStyles" Target="/ppt/tableStyles.xml" Id="R2afca787a1554df9" /><Relationship Type="http://schemas.openxmlformats.org/officeDocument/2006/relationships/slide" Target="/ppt/slides/slide1.xml" Id="R969bfdb8f38441c6" /><Relationship Type="http://schemas.openxmlformats.org/officeDocument/2006/relationships/slide" Target="/ppt/slides/slide2.xml" Id="Ra84a38cc49dd47cd" /><Relationship Type="http://schemas.openxmlformats.org/officeDocument/2006/relationships/slide" Target="/ppt/slides/slide3.xml" Id="Rcea31b69fb1547c6" /><Relationship Type="http://schemas.openxmlformats.org/officeDocument/2006/relationships/slide" Target="/ppt/slides/slide4.xml" Id="Rdc52d735793d4555" /><Relationship Type="http://schemas.openxmlformats.org/officeDocument/2006/relationships/slide" Target="/ppt/slides/slide5.xml" Id="Rdea42f03ddb24dec" /><Relationship Type="http://schemas.openxmlformats.org/officeDocument/2006/relationships/slide" Target="/ppt/slides/slide6.xml" Id="R7a8005e0d5a64244" /><Relationship Type="http://schemas.openxmlformats.org/officeDocument/2006/relationships/slide" Target="/ppt/slides/slide7.xml" Id="Rdef7091a8a414aee" /><Relationship Type="http://schemas.openxmlformats.org/officeDocument/2006/relationships/slide" Target="/ppt/slides/slide8.xml" Id="R07150d7afb6e4447" /><Relationship Type="http://schemas.openxmlformats.org/officeDocument/2006/relationships/slide" Target="/ppt/slides/slide9.xml" Id="R742cd6ae017e41f5" /><Relationship Type="http://schemas.openxmlformats.org/officeDocument/2006/relationships/slide" Target="/ppt/slides/slide10.xml" Id="R63c60a174bf14045" /><Relationship Type="http://schemas.openxmlformats.org/officeDocument/2006/relationships/slide" Target="/ppt/slides/slide11.xml" Id="Re7594fbffbbe4fdf" /><Relationship Type="http://schemas.openxmlformats.org/officeDocument/2006/relationships/slide" Target="/ppt/slides/slide12.xml" Id="R5f38a988c4f24f58" /><Relationship Type="http://schemas.openxmlformats.org/officeDocument/2006/relationships/slide" Target="/ppt/slides/slide13.xml" Id="Rbe50cf3e43ff49f5" /><Relationship Type="http://schemas.openxmlformats.org/officeDocument/2006/relationships/slide" Target="/ppt/slides/slide14.xml" Id="R7ea8b28dd1674d16" /><Relationship Type="http://schemas.openxmlformats.org/officeDocument/2006/relationships/slide" Target="/ppt/slides/slide15.xml" Id="Rcb74c6ff75da41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55eaacef9042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d548080635484d" /><Relationship Type="http://schemas.openxmlformats.org/officeDocument/2006/relationships/notesMaster" Target="/ppt/notesMasters/notesMaster1.xml" Id="Re2ac0f2c034a4e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ba9580ed8f43a3" /><Relationship Type="http://schemas.openxmlformats.org/officeDocument/2006/relationships/notesMaster" Target="/ppt/notesMasters/notesMaster1.xml" Id="R115cc14316864d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e980ceb1d8464b" /><Relationship Type="http://schemas.openxmlformats.org/officeDocument/2006/relationships/notesMaster" Target="/ppt/notesMasters/notesMaster1.xml" Id="R9c9a5f51edc74e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9c1c2a27df434f" /><Relationship Type="http://schemas.openxmlformats.org/officeDocument/2006/relationships/notesMaster" Target="/ppt/notesMasters/notesMaster1.xml" Id="R31c43977a3f643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792fcfc8564cc9" /><Relationship Type="http://schemas.openxmlformats.org/officeDocument/2006/relationships/notesMaster" Target="/ppt/notesMasters/notesMaster1.xml" Id="R53322a00a3e24e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463cf8be424dca" /><Relationship Type="http://schemas.openxmlformats.org/officeDocument/2006/relationships/notesMaster" Target="/ppt/notesMasters/notesMaster1.xml" Id="Re4135adfa8ef44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db887a458b4557" /><Relationship Type="http://schemas.openxmlformats.org/officeDocument/2006/relationships/notesMaster" Target="/ppt/notesMasters/notesMaster1.xml" Id="R549d66db81e24e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b706b08e0c4d58" /><Relationship Type="http://schemas.openxmlformats.org/officeDocument/2006/relationships/notesMaster" Target="/ppt/notesMasters/notesMaster1.xml" Id="R4300325892ec4a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394562b3e747a5" /><Relationship Type="http://schemas.openxmlformats.org/officeDocument/2006/relationships/notesMaster" Target="/ppt/notesMasters/notesMaster1.xml" Id="R40b6232aec2245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ae43bf5a984d2b" /><Relationship Type="http://schemas.openxmlformats.org/officeDocument/2006/relationships/notesMaster" Target="/ppt/notesMasters/notesMaster1.xml" Id="Rd0294fa12d994c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b2041d01d34416" /><Relationship Type="http://schemas.openxmlformats.org/officeDocument/2006/relationships/notesMaster" Target="/ppt/notesMasters/notesMaster1.xml" Id="R7c54900133784e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98534c89ff48a0" /><Relationship Type="http://schemas.openxmlformats.org/officeDocument/2006/relationships/notesMaster" Target="/ppt/notesMasters/notesMaster1.xml" Id="R4d963e4483be40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e2f2a763334d5c" /><Relationship Type="http://schemas.openxmlformats.org/officeDocument/2006/relationships/notesMaster" Target="/ppt/notesMasters/notesMaster1.xml" Id="Rd571855b58b543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5dae3002dc4dab" /><Relationship Type="http://schemas.openxmlformats.org/officeDocument/2006/relationships/notesMaster" Target="/ppt/notesMasters/notesMaster1.xml" Id="R0b5d8065335147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455b4193c541c7" /><Relationship Type="http://schemas.openxmlformats.org/officeDocument/2006/relationships/notesMaster" Target="/ppt/notesMasters/notesMaster1.xml" Id="R7ca792c77ae346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 23 minutos. Reparto propuesto en Guion_sustentacion.md.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Clan_Rest_Catering_APF1.docx. Explicar misión y visión; no afirmar observación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Relacionar propuesta de valor personalizada con recursos, canales y costos. Fuente: APF1 y elaboración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Evaluación académica del APF1. Móvil 70% Java y CRM 60% son objetivos; no están implementadas. La opción web sí cuenta con medición.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SRS.md y Matriz_trazabilidad.md. Primer incremento: un menú/paquete y un extra opcional por propuesta. Recetas con múltiples componentes.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Charter: piloto con ≥80% de aceptación en escenarios acordados. Meta pendiente. Cronograma relativo, fechas a validar con calendario académico.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Círculo: evento; rectángulo: tarea; rombo: XOR; flecha: secuencia; carril: responsabilidad. Diagnóstico hipotético. Fuente técnica: https://www.omg.org/spec/BPMN/2.0.2/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aceptación/vigencia y decisión de stock. Entrada por compra vuelve a verificar requerimientos. Cierre con saldo cero. BPMN descriptivo no ejecutable.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QuoteLine conserva precio histórico; Event mantiene relación única con Quotation. Component expresa menú/plato/insumo. Los originales editables están en diagramas/.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Once tablas, PK, FK y unicidad sobre events.quotation_id. Dinero DECIMAL, @Version y bloqueos. DDL probado en H2 modo MySQL; servidor MySQL real pendiente.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técnicas: https://docs.spring.io/spring-security/reference/features/authentication/password-storage.html y https://docs.spring.io/spring-security/reference/servlet/exploits/csrf.html. Mostrar restricciones de 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Quince pantallas elegidas y diez de alternativas; .drawio editable e index.html navegable. Captura real con datos ficticios. Mostrar aplicación y vista móvil.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cálculo está verificado. Para demostración usar fecha futura y vigencia actual. Reservar 5 minutos del guion al aplicativo.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Validacion.md y Participacion_Java.md explican metodología. No se afirma aceptación empresarial, carga, SLA o prueba en MySQL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compartido, 2 minutos. Responder preguntas apoyándose en SRS, diagramas, Word y evidencia de pruebas.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e364ff7ee43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b2d4e94f514221" /><Relationship Type="http://schemas.openxmlformats.org/officeDocument/2006/relationships/slideLayout" Target="/ppt/slideLayouts/slideLayout1.xml" Id="Rb577427fef704d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77427fef704d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09f3c5513488a" /><Relationship Type="http://schemas.openxmlformats.org/officeDocument/2006/relationships/notesSlide" Target="/ppt/notesSlides/notesSlide1.xml" Id="Ra0df62af324348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5db124f964674" /><Relationship Type="http://schemas.openxmlformats.org/officeDocument/2006/relationships/notesSlide" Target="/ppt/notesSlides/notesSlide2.xml" Id="Rbca51bd7eceb4d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dbf6881e64df3" /><Relationship Type="http://schemas.openxmlformats.org/officeDocument/2006/relationships/image" Target="/ppt/media/image.png" Id="Rf04a9cd0a3a84c90" /><Relationship Type="http://schemas.openxmlformats.org/officeDocument/2006/relationships/notesSlide" Target="/ppt/notesSlides/notesSlide3.xml" Id="R62df23e1c74747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49deab7094ffb" /><Relationship Type="http://schemas.openxmlformats.org/officeDocument/2006/relationships/notesSlide" Target="/ppt/notesSlides/notesSlide4.xml" Id="R59020ca8b7dc40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34b4884914c44" /><Relationship Type="http://schemas.openxmlformats.org/officeDocument/2006/relationships/notesSlide" Target="/ppt/notesSlides/notesSlide5.xml" Id="R53d01b813ffa44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93af794f94c02" /><Relationship Type="http://schemas.openxmlformats.org/officeDocument/2006/relationships/image" Target="/ppt/media/image2.png" Id="R5dcf3f3cfc4446e4" /><Relationship Type="http://schemas.openxmlformats.org/officeDocument/2006/relationships/notesSlide" Target="/ppt/notesSlides/notesSlide6.xml" Id="Rf8b09fa8f5a346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796614a1d4367" /><Relationship Type="http://schemas.openxmlformats.org/officeDocument/2006/relationships/image" Target="/ppt/media/image3.png" Id="R4c90d5f28d0048d7" /><Relationship Type="http://schemas.openxmlformats.org/officeDocument/2006/relationships/notesSlide" Target="/ppt/notesSlides/notesSlide7.xml" Id="R0c6c7d2a88f14e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6a4fcb9af488d" /><Relationship Type="http://schemas.openxmlformats.org/officeDocument/2006/relationships/image" Target="/ppt/media/image4.png" Id="R341f1d57d733485e" /><Relationship Type="http://schemas.openxmlformats.org/officeDocument/2006/relationships/notesSlide" Target="/ppt/notesSlides/notesSlide8.xml" Id="Rb8790c75934e43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2db75f7ff4c92" /><Relationship Type="http://schemas.openxmlformats.org/officeDocument/2006/relationships/image" Target="/ppt/media/image5.png" Id="R81f4cf8fa4bd4651" /><Relationship Type="http://schemas.openxmlformats.org/officeDocument/2006/relationships/notesSlide" Target="/ppt/notesSlides/notesSlide9.xml" Id="Rd52bc36b0ef540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c04f669d4477d" /><Relationship Type="http://schemas.openxmlformats.org/officeDocument/2006/relationships/image" Target="/ppt/media/image6.png" Id="R423b9a2d3bfa4383" /><Relationship Type="http://schemas.openxmlformats.org/officeDocument/2006/relationships/notesSlide" Target="/ppt/notesSlides/notesSlide10.xml" Id="R55f8a3b64c1844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730658041406e" /><Relationship Type="http://schemas.openxmlformats.org/officeDocument/2006/relationships/notesSlide" Target="/ppt/notesSlides/notesSlide11.xml" Id="R47dde90595164a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e1f1af2944606" /><Relationship Type="http://schemas.openxmlformats.org/officeDocument/2006/relationships/image" Target="/ppt/media/image7.png" Id="R5819a3325b434cc5" /><Relationship Type="http://schemas.openxmlformats.org/officeDocument/2006/relationships/notesSlide" Target="/ppt/notesSlides/notesSlide12.xml" Id="R8c0438ece61b47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dada4b4114110" /><Relationship Type="http://schemas.openxmlformats.org/officeDocument/2006/relationships/notesSlide" Target="/ppt/notesSlides/notesSlide13.xml" Id="R9aaabad38ceb40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b0f61dafd421c" /><Relationship Type="http://schemas.openxmlformats.org/officeDocument/2006/relationships/notesSlide" Target="/ppt/notesSlides/notesSlide14.xml" Id="Ra1e74648bb184d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0ed9ac29f47bf" /><Relationship Type="http://schemas.openxmlformats.org/officeDocument/2006/relationships/notesSlide" Target="/ppt/notesSlides/notesSlide15.xml" Id="R895993d7f5a44d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FDD20-1E7E-4822-8B8B-337CCF06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62E"/>
                </a:solidFill>
                <a:latin typeface="Arial"/>
                <a:ea typeface="Arial"/>
                <a:cs typeface="Arial"/>
              </a:rPr>
              <a:t>ClanRest Gestión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DB336-0243-45A3-91DB-3B4C6837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76325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Avance de Proyecto Final 2</a:t>
            </a:r>
          </a:p>
          <a:p xmlns:a="http://schemas.openxmlformats.org/drawingml/2006/main">
            <a:pPr>
              <a:defRPr sz="270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Sistema interno para catering</a:t>
            </a:r>
          </a:p>
          <a:p xmlns:a="http://schemas.openxmlformats.org/drawingml/2006/main">
            <a:pPr>
              <a:defRPr sz="270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Juan Abel Coveñas · Hector Zenon Huamani · Carlos Daniel Requejo</a:t>
            </a:r>
          </a:p>
        </p:txBody>
      </p:sp>
    </p:spTree>
    <p:extLst>
      <p:ext uri="{BB962C8B-B14F-4D97-AF65-F5344CB8AC3E}">
        <p14:creationId xmlns:p14="http://schemas.microsoft.com/office/powerpoint/2010/main" val="3358003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FEEF7-D1F9-45B1-999A-440DCCED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62E"/>
                </a:solidFill>
                <a:latin typeface="Arial"/>
                <a:ea typeface="Arial"/>
                <a:cs typeface="Arial"/>
              </a:rPr>
              <a:t>Contexto y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D3B23-4666-4AB3-873D-2683C504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76325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Cotizaciones, reservas, insumos y cobros dispersos dificultan el seguimiento.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La propuesta centraliza información y responsables. El diagnóstico y las metas requieren validación empresarial.</a:t>
            </a:r>
          </a:p>
        </p:txBody>
      </p:sp>
    </p:spTree>
    <p:extLst>
      <p:ext uri="{BB962C8B-B14F-4D97-AF65-F5344CB8AC3E}">
        <p14:creationId xmlns:p14="http://schemas.microsoft.com/office/powerpoint/2010/main" val="836627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2919A-E201-481F-B625-8EF8CBE9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62E"/>
                </a:solidFill>
                <a:latin typeface="Arial"/>
                <a:ea typeface="Arial"/>
                <a:cs typeface="Arial"/>
              </a:rPr>
              <a:t>Canvas del negocio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a9cd0a3a84c90"/>
          <a:stretch xmlns:a="http://schemas.openxmlformats.org/drawingml/2006/main"/>
        </p:blipFill>
        <p:spPr>
          <a:xfrm xmlns:a="http://schemas.openxmlformats.org/drawingml/2006/main">
            <a:off x="2329484" y="1238250"/>
            <a:ext cx="7533033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0432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BF277-F886-46E5-91AA-F3472102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62E"/>
                </a:solidFill>
                <a:latin typeface="Arial"/>
                <a:ea typeface="Arial"/>
                <a:cs typeface="Arial"/>
              </a:rPr>
              <a:t>Alternativas de solución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EDD37-3253-475A-AD01-6762669F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76325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Web integral: 4.85/5; una interfaz interna y backend Java.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Móvil: 4.15/5; Android Java y servicios Spring Boot.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CRM operativo: 4.40/5; relación comercial y módulos de operación.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Cada alternativa tiene al menos cinco mockups.</a:t>
            </a:r>
          </a:p>
        </p:txBody>
      </p:sp>
    </p:spTree>
    <p:extLst>
      <p:ext uri="{BB962C8B-B14F-4D97-AF65-F5344CB8AC3E}">
        <p14:creationId xmlns:p14="http://schemas.microsoft.com/office/powerpoint/2010/main" val="91637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0A23C-181C-4BAD-8703-FFB46025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62E"/>
                </a:solidFill>
                <a:latin typeface="Arial"/>
                <a:ea typeface="Arial"/>
                <a:cs typeface="Arial"/>
              </a:rPr>
              <a:t>Alcance y requisitos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7605D-2F81-4F51-ADCB-094B6E52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76325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RF-01 a RF-15 vinculan pantallas, componentes y pruebas.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Clientes y catálogo → propuesta → evento → inventario → pago → reporte.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Incluye roles, alertas, tareas y auditoría. Excluye contabilidad completa, SUNAT, pagos online y portal público.</a:t>
            </a:r>
          </a:p>
        </p:txBody>
      </p:sp>
    </p:spTree>
    <p:extLst>
      <p:ext uri="{BB962C8B-B14F-4D97-AF65-F5344CB8AC3E}">
        <p14:creationId xmlns:p14="http://schemas.microsoft.com/office/powerpoint/2010/main" val="19364195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2DB05-590A-49F3-8772-EFD7E027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62E"/>
                </a:solidFill>
                <a:latin typeface="Arial"/>
                <a:ea typeface="Arial"/>
                <a:cs typeface="Arial"/>
              </a:rPr>
              <a:t>Plan de diez semanas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f3f3cfc4446e4"/>
          <a:stretch xmlns:a="http://schemas.openxmlformats.org/drawingml/2006/main"/>
        </p:blipFill>
        <p:spPr>
          <a:xfrm xmlns:a="http://schemas.openxmlformats.org/drawingml/2006/main">
            <a:off x="2019300" y="1238250"/>
            <a:ext cx="8153400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174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73093-AA59-4B5A-9EC0-81DBE23D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62E"/>
                </a:solidFill>
                <a:latin typeface="Arial"/>
                <a:ea typeface="Arial"/>
                <a:cs typeface="Arial"/>
              </a:rPr>
              <a:t>Proceso AS IS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0d5f28d0048d7"/>
          <a:stretch xmlns:a="http://schemas.openxmlformats.org/drawingml/2006/main"/>
        </p:blipFill>
        <p:spPr>
          <a:xfrm xmlns:a="http://schemas.openxmlformats.org/drawingml/2006/main">
            <a:off x="1849437" y="1238250"/>
            <a:ext cx="8493125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3826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DE86E-C5D0-4AC2-950C-100569F0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62E"/>
                </a:solidFill>
                <a:latin typeface="Arial"/>
                <a:ea typeface="Arial"/>
                <a:cs typeface="Arial"/>
              </a:rPr>
              <a:t>Proceso TO BE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f1d57d733485e"/>
          <a:stretch xmlns:a="http://schemas.openxmlformats.org/drawingml/2006/main"/>
        </p:blipFill>
        <p:spPr>
          <a:xfrm xmlns:a="http://schemas.openxmlformats.org/drawingml/2006/main">
            <a:off x="1849437" y="1238250"/>
            <a:ext cx="8493125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9057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07483-924C-4C8E-8ED2-EB7662D9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62E"/>
                </a:solidFill>
                <a:latin typeface="Arial"/>
                <a:ea typeface="Arial"/>
                <a:cs typeface="Arial"/>
              </a:rPr>
              <a:t>Clases del dominio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4cf8fa4bd4651"/>
          <a:stretch xmlns:a="http://schemas.openxmlformats.org/drawingml/2006/main"/>
        </p:blipFill>
        <p:spPr>
          <a:xfrm xmlns:a="http://schemas.openxmlformats.org/drawingml/2006/main">
            <a:off x="2019300" y="1238250"/>
            <a:ext cx="8153400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3229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ED37E-92AB-4245-9468-F061FA3B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62E"/>
                </a:solidFill>
                <a:latin typeface="Arial"/>
                <a:ea typeface="Arial"/>
                <a:cs typeface="Arial"/>
              </a:rPr>
              <a:t>Diseño lógico y físico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b9a2d3bfa4383"/>
          <a:stretch xmlns:a="http://schemas.openxmlformats.org/drawingml/2006/main"/>
        </p:blipFill>
        <p:spPr>
          <a:xfrm xmlns:a="http://schemas.openxmlformats.org/drawingml/2006/main">
            <a:off x="2019300" y="1238250"/>
            <a:ext cx="8153400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818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8A579-C967-4652-BD46-BAEC798E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62E"/>
                </a:solidFill>
                <a:latin typeface="Arial"/>
                <a:ea typeface="Arial"/>
                <a:cs typeface="Arial"/>
              </a:rPr>
              <a:t>Seguridad e integridad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B09C1-5A6C-4428-AE20-8DBC2893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76325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ADMIN gestiona accesos y anulaciones.</a:t>
            </a:r>
          </a:p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COORDINADOR mantiene clientes, propuestas y eventos.</a:t>
            </a:r>
          </a:p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ALMACEN consulta requerimientos y registra existencias.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BCrypt, CSRF y permisos en rutas y servicios.</a:t>
            </a:r>
          </a:p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Transacciones evitan sobrepagos y doble evento.</a:t>
            </a:r>
          </a:p>
        </p:txBody>
      </p:sp>
    </p:spTree>
    <p:extLst>
      <p:ext uri="{BB962C8B-B14F-4D97-AF65-F5344CB8AC3E}">
        <p14:creationId xmlns:p14="http://schemas.microsoft.com/office/powerpoint/2010/main" val="17183400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6A174-AE10-4700-863B-5193BDCD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62E"/>
                </a:solidFill>
                <a:latin typeface="Arial"/>
                <a:ea typeface="Arial"/>
                <a:cs typeface="Arial"/>
              </a:rPr>
              <a:t>Prototipo y aplicativo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9a3325b434cc5"/>
          <a:stretch xmlns:a="http://schemas.openxmlformats.org/drawingml/2006/main"/>
        </p:blipFill>
        <p:spPr>
          <a:xfrm xmlns:a="http://schemas.openxmlformats.org/drawingml/2006/main">
            <a:off x="2426970" y="1238250"/>
            <a:ext cx="7338060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8371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B8C02-F55F-4CB4-BFFA-2FE52878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62E"/>
                </a:solidFill>
                <a:latin typeface="Arial"/>
                <a:ea typeface="Arial"/>
                <a:cs typeface="Arial"/>
              </a:rPr>
              <a:t>Ejemplo de demostración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F0B08-1590-4F5A-BD68-4A6726CF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76325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100 personas × S/35 = S/3500</a:t>
            </a:r>
          </a:p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Descuento de S/100 y 18% de impuesto</a:t>
            </a:r>
          </a:p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Total de la propuesta: S/4012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Aprobar → revisar receta → registrar movimiento → cobrar → consultar auditoría.</a:t>
            </a:r>
          </a:p>
        </p:txBody>
      </p:sp>
    </p:spTree>
    <p:extLst>
      <p:ext uri="{BB962C8B-B14F-4D97-AF65-F5344CB8AC3E}">
        <p14:creationId xmlns:p14="http://schemas.microsoft.com/office/powerpoint/2010/main" val="16446904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733D9-178A-4669-A7BC-77063F56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62E"/>
                </a:solidFill>
                <a:latin typeface="Arial"/>
                <a:ea typeface="Arial"/>
                <a:cs typeface="Arial"/>
              </a:rPr>
              <a:t>Verificación del piloto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ABD64-56C4-4895-846F-EBBBD110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76325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16 pruebas de integración aprobadas sobre H2.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Java representa 50.42% de líneas propias no vacías y 52% de bytes UTF-8. Incluye pruebas Java.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Se comprobaron permisos, cálculo, stock, pagos, pantallas y claves foráneas.</a:t>
            </a:r>
          </a:p>
        </p:txBody>
      </p:sp>
    </p:spTree>
    <p:extLst>
      <p:ext uri="{BB962C8B-B14F-4D97-AF65-F5344CB8AC3E}">
        <p14:creationId xmlns:p14="http://schemas.microsoft.com/office/powerpoint/2010/main" val="19026946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C7E86-F948-4AD8-9D7F-2263E8E0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62E"/>
                </a:solidFill>
                <a:latin typeface="Arial"/>
                <a:ea typeface="Arial"/>
                <a:cs typeface="Arial"/>
              </a:rPr>
              <a:t>Validación con la empresa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4CB1C-A4F0-4E71-B35C-04588FDA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76325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Confirmar impuestos, recetas, responsables y necesidades de extras.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Medir línea base y tiempos con usuarios.</a:t>
            </a:r>
          </a:p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Probar MySQL y restauración antes de migrar.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7362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62E"/>
                </a:solidFill>
                <a:latin typeface="Arial"/>
                <a:ea typeface="Arial"/>
                <a:cs typeface="Arial"/>
              </a:rPr>
              <a:t>El piloto permite demostrar el diseño y sus reglas críticas.</a:t>
            </a:r>
          </a:p>
        </p:txBody>
      </p:sp>
    </p:spTree>
    <p:extLst>
      <p:ext uri="{BB962C8B-B14F-4D97-AF65-F5344CB8AC3E}">
        <p14:creationId xmlns:p14="http://schemas.microsoft.com/office/powerpoint/2010/main" val="3346854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2026-10-03T16:58:12.3490000Z</dcterms:created>
  <dcterms:modified xsi:type="dcterms:W3CDTF">2026-10-03T16:58:12.3490000Z</dcterms:modified>
</coreProperties>
</file>